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presentation.xml" ContentType="application/vnd.openxmlformats-officedocument.presentationml.presentation.main+xml"/>
  <Override PartName="/ppt/slideMasters/slideMaster37.xml" ContentType="application/vnd.openxmlformats-officedocument.presentationml.slideMaster+xml"/>
  <Override PartName="/ppt/slideMasters/slideMaster6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media/image16.svg" ContentType="image/svg"/>
  <Override PartName="/ppt/media/image18.svg" ContentType="image/svg"/>
  <Override PartName="/ppt/media/image20.svg" ContentType="image/svg"/>
  <Override PartName="/ppt/media/image22.svg" ContentType="image/svg"/>
  <Override PartName="/ppt/media/image24.svg" ContentType="image/svg"/>
  <Override PartName="/ppt/media/image26.svg" ContentType="image/svg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1" r:id="rId6"/>
    <p:sldMasterId id="2147483714" r:id="rId7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1879263" cy="6840538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37.xml"/><Relationship Id="rId6" Type="http://schemas.openxmlformats.org/officeDocument/2006/relationships/slideMaster" Target="slideMasters/slideMaster50.xml"/><Relationship Id="rId7" Type="http://schemas.openxmlformats.org/officeDocument/2006/relationships/slideMaster" Target="slideMasters/slideMaster62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3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4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4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4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4.pn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4.pn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4.pn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4.png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4.png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4.png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4.png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4.png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5.jpeg"/><Relationship Id="rId3" Type="http://schemas.openxmlformats.org/officeDocument/2006/relationships/image" Target="../media/image4.png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5.jpe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3.png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5.jpeg"/><Relationship Id="rId3" Type="http://schemas.openxmlformats.org/officeDocument/2006/relationships/image" Target="../media/image4.png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5.jpeg"/><Relationship Id="rId3" Type="http://schemas.openxmlformats.org/officeDocument/2006/relationships/image" Target="../media/image4.png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5.jpeg"/><Relationship Id="rId3" Type="http://schemas.openxmlformats.org/officeDocument/2006/relationships/image" Target="../media/image4.png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5.jpeg"/><Relationship Id="rId3" Type="http://schemas.openxmlformats.org/officeDocument/2006/relationships/image" Target="../media/image4.png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5.jpeg"/><Relationship Id="rId3" Type="http://schemas.openxmlformats.org/officeDocument/2006/relationships/image" Target="../media/image4.png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5.jpeg"/><Relationship Id="rId3" Type="http://schemas.openxmlformats.org/officeDocument/2006/relationships/image" Target="../media/image4.png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5.jpeg"/><Relationship Id="rId3" Type="http://schemas.openxmlformats.org/officeDocument/2006/relationships/image" Target="../media/image4.png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5.jpeg"/><Relationship Id="rId3" Type="http://schemas.openxmlformats.org/officeDocument/2006/relationships/image" Target="../media/image4.png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5.jpeg"/><Relationship Id="rId3" Type="http://schemas.openxmlformats.org/officeDocument/2006/relationships/image" Target="../media/image4.png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5.jpeg"/><Relationship Id="rId3" Type="http://schemas.openxmlformats.org/officeDocument/2006/relationships/image" Target="../media/image4.png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3.png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<Relationship Id="rId2" Type="http://schemas.openxmlformats.org/officeDocument/2006/relationships/image" Target="../media/image4.png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<Relationship Id="rId2" Type="http://schemas.openxmlformats.org/officeDocument/2006/relationships/image" Target="../media/image4.png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<Relationship Id="rId2" Type="http://schemas.openxmlformats.org/officeDocument/2006/relationships/image" Target="../media/image4.png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<Relationship Id="rId2" Type="http://schemas.openxmlformats.org/officeDocument/2006/relationships/image" Target="../media/image4.png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<Relationship Id="rId2" Type="http://schemas.openxmlformats.org/officeDocument/2006/relationships/image" Target="../media/image4.png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<Relationship Id="rId2" Type="http://schemas.openxmlformats.org/officeDocument/2006/relationships/image" Target="../media/image4.png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<Relationship Id="rId2" Type="http://schemas.openxmlformats.org/officeDocument/2006/relationships/image" Target="../media/image4.png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<Relationship Id="rId2" Type="http://schemas.openxmlformats.org/officeDocument/2006/relationships/image" Target="../media/image4.png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<Relationship Id="rId2" Type="http://schemas.openxmlformats.org/officeDocument/2006/relationships/image" Target="../media/image4.png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<Relationship Id="rId2" Type="http://schemas.openxmlformats.org/officeDocument/2006/relationships/image" Target="../media/image4.png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<Relationship Id="rId2" Type="http://schemas.openxmlformats.org/officeDocument/2006/relationships/image" Target="../media/image4.png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<Relationship Id="rId2" Type="http://schemas.openxmlformats.org/officeDocument/2006/relationships/image" Target="../media/image4.png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0.xml"/><Relationship Id="rId2" Type="http://schemas.openxmlformats.org/officeDocument/2006/relationships/image" Target="../media/image6.png"/><Relationship Id="rId3" Type="http://schemas.openxmlformats.org/officeDocument/2006/relationships/image" Target="../media/image7.png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0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3.png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0.xml"/><Relationship Id="rId2" Type="http://schemas.openxmlformats.org/officeDocument/2006/relationships/image" Target="../media/image6.png"/><Relationship Id="rId3" Type="http://schemas.openxmlformats.org/officeDocument/2006/relationships/image" Target="../media/image7.png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0.xml"/><Relationship Id="rId2" Type="http://schemas.openxmlformats.org/officeDocument/2006/relationships/image" Target="../media/image6.png"/><Relationship Id="rId3" Type="http://schemas.openxmlformats.org/officeDocument/2006/relationships/image" Target="../media/image7.png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0.xml"/><Relationship Id="rId2" Type="http://schemas.openxmlformats.org/officeDocument/2006/relationships/image" Target="../media/image6.png"/><Relationship Id="rId3" Type="http://schemas.openxmlformats.org/officeDocument/2006/relationships/image" Target="../media/image7.png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0.xml"/><Relationship Id="rId2" Type="http://schemas.openxmlformats.org/officeDocument/2006/relationships/image" Target="../media/image6.png"/><Relationship Id="rId3" Type="http://schemas.openxmlformats.org/officeDocument/2006/relationships/image" Target="../media/image7.png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0.xml"/><Relationship Id="rId2" Type="http://schemas.openxmlformats.org/officeDocument/2006/relationships/image" Target="../media/image6.png"/><Relationship Id="rId3" Type="http://schemas.openxmlformats.org/officeDocument/2006/relationships/image" Target="../media/image7.png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0.xml"/><Relationship Id="rId2" Type="http://schemas.openxmlformats.org/officeDocument/2006/relationships/image" Target="../media/image6.png"/><Relationship Id="rId3" Type="http://schemas.openxmlformats.org/officeDocument/2006/relationships/image" Target="../media/image7.png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0.xml"/><Relationship Id="rId2" Type="http://schemas.openxmlformats.org/officeDocument/2006/relationships/image" Target="../media/image6.png"/><Relationship Id="rId3" Type="http://schemas.openxmlformats.org/officeDocument/2006/relationships/image" Target="../media/image7.png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0.xml"/><Relationship Id="rId2" Type="http://schemas.openxmlformats.org/officeDocument/2006/relationships/image" Target="../media/image6.png"/><Relationship Id="rId3" Type="http://schemas.openxmlformats.org/officeDocument/2006/relationships/image" Target="../media/image7.png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0.xml"/><Relationship Id="rId2" Type="http://schemas.openxmlformats.org/officeDocument/2006/relationships/image" Target="../media/image6.png"/><Relationship Id="rId3" Type="http://schemas.openxmlformats.org/officeDocument/2006/relationships/image" Target="../media/image7.png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0.xml"/><Relationship Id="rId2" Type="http://schemas.openxmlformats.org/officeDocument/2006/relationships/image" Target="../media/image6.png"/><Relationship Id="rId3" Type="http://schemas.openxmlformats.org/officeDocument/2006/relationships/image" Target="../media/image7.png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2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2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2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2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2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2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3.png"/><Relationship Id="rId9" Type="http://schemas.openxmlformats.org/officeDocument/2006/relationships/image" Target="../media/image3.png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2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2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2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2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2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2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3"/>
          <p:cNvPicPr/>
          <p:nvPr/>
        </p:nvPicPr>
        <p:blipFill>
          <a:blip r:embed="rId2"/>
          <a:stretch/>
        </p:blipFill>
        <p:spPr>
          <a:xfrm>
            <a:off x="0" y="0"/>
            <a:ext cx="11876760" cy="683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CustomShape 1"/>
          <p:cNvSpPr/>
          <p:nvPr/>
        </p:nvSpPr>
        <p:spPr>
          <a:xfrm>
            <a:off x="0" y="0"/>
            <a:ext cx="11876760" cy="6837840"/>
          </a:xfrm>
          <a:prstGeom prst="rect">
            <a:avLst/>
          </a:prstGeom>
          <a:gradFill rotWithShape="0">
            <a:gsLst>
              <a:gs pos="23000">
                <a:srgbClr val="1F497D">
                  <a:alpha val="60000"/>
                </a:srgbClr>
              </a:gs>
              <a:gs pos="100000">
                <a:srgbClr val="1F497D">
                  <a:alpha val="46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" name="Рисунок 12"/>
          <p:cNvPicPr/>
          <p:nvPr/>
        </p:nvPicPr>
        <p:blipFill>
          <a:blip r:embed="rId3"/>
          <a:stretch/>
        </p:blipFill>
        <p:spPr>
          <a:xfrm>
            <a:off x="327240" y="5953680"/>
            <a:ext cx="1841400" cy="67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CustomShape 2"/>
          <p:cNvSpPr/>
          <p:nvPr/>
        </p:nvSpPr>
        <p:spPr>
          <a:xfrm>
            <a:off x="0" y="474480"/>
            <a:ext cx="140400" cy="2046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70200" tIns="45000" rIns="702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072120" y="160056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body"/>
          </p:nvPr>
        </p:nvSpPr>
        <p:spPr>
          <a:xfrm>
            <a:off x="6072120" y="367272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593640" y="367272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3"/>
          <p:cNvPicPr/>
          <p:nvPr/>
        </p:nvPicPr>
        <p:blipFill>
          <a:blip r:embed="rId2"/>
          <a:stretch/>
        </p:blipFill>
        <p:spPr>
          <a:xfrm>
            <a:off x="0" y="0"/>
            <a:ext cx="11876760" cy="683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CustomShape 1"/>
          <p:cNvSpPr/>
          <p:nvPr/>
        </p:nvSpPr>
        <p:spPr>
          <a:xfrm>
            <a:off x="0" y="0"/>
            <a:ext cx="11876760" cy="6837840"/>
          </a:xfrm>
          <a:prstGeom prst="rect">
            <a:avLst/>
          </a:prstGeom>
          <a:gradFill rotWithShape="0">
            <a:gsLst>
              <a:gs pos="23000">
                <a:srgbClr val="1F497D">
                  <a:alpha val="60000"/>
                </a:srgbClr>
              </a:gs>
              <a:gs pos="100000">
                <a:srgbClr val="1F497D">
                  <a:alpha val="46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" name="Рисунок 12"/>
          <p:cNvPicPr/>
          <p:nvPr/>
        </p:nvPicPr>
        <p:blipFill>
          <a:blip r:embed="rId3"/>
          <a:stretch/>
        </p:blipFill>
        <p:spPr>
          <a:xfrm>
            <a:off x="327240" y="5953680"/>
            <a:ext cx="1841400" cy="67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CustomShape 2"/>
          <p:cNvSpPr/>
          <p:nvPr/>
        </p:nvSpPr>
        <p:spPr>
          <a:xfrm>
            <a:off x="0" y="474480"/>
            <a:ext cx="140400" cy="2046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70200" tIns="45000" rIns="702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10689840" cy="39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593640" y="1600560"/>
            <a:ext cx="10689840" cy="39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" name=""/>
          <p:cNvPicPr/>
          <p:nvPr/>
        </p:nvPicPr>
        <p:blipFill>
          <a:blip r:embed="rId4"/>
          <a:stretch/>
        </p:blipFill>
        <p:spPr>
          <a:xfrm>
            <a:off x="3453120" y="1600200"/>
            <a:ext cx="4970520" cy="3965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" name=""/>
          <p:cNvPicPr/>
          <p:nvPr/>
        </p:nvPicPr>
        <p:blipFill>
          <a:blip r:embed="rId5"/>
          <a:stretch/>
        </p:blipFill>
        <p:spPr>
          <a:xfrm>
            <a:off x="3453120" y="1600200"/>
            <a:ext cx="4970520" cy="39657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Рисунок 3"/>
          <p:cNvPicPr/>
          <p:nvPr/>
        </p:nvPicPr>
        <p:blipFill>
          <a:blip r:embed="rId2"/>
          <a:stretch/>
        </p:blipFill>
        <p:spPr>
          <a:xfrm>
            <a:off x="0" y="0"/>
            <a:ext cx="11876760" cy="683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CustomShape 1"/>
          <p:cNvSpPr/>
          <p:nvPr/>
        </p:nvSpPr>
        <p:spPr>
          <a:xfrm>
            <a:off x="0" y="0"/>
            <a:ext cx="11876760" cy="6837840"/>
          </a:xfrm>
          <a:prstGeom prst="rect">
            <a:avLst/>
          </a:prstGeom>
          <a:gradFill rotWithShape="0">
            <a:gsLst>
              <a:gs pos="23000">
                <a:srgbClr val="1F497D">
                  <a:alpha val="60000"/>
                </a:srgbClr>
              </a:gs>
              <a:gs pos="100000">
                <a:srgbClr val="1F497D">
                  <a:alpha val="46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" name="Рисунок 12"/>
          <p:cNvPicPr/>
          <p:nvPr/>
        </p:nvPicPr>
        <p:blipFill>
          <a:blip r:embed="rId3"/>
          <a:stretch/>
        </p:blipFill>
        <p:spPr>
          <a:xfrm>
            <a:off x="327240" y="5953680"/>
            <a:ext cx="1841400" cy="67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CustomShape 2"/>
          <p:cNvSpPr/>
          <p:nvPr/>
        </p:nvSpPr>
        <p:spPr>
          <a:xfrm>
            <a:off x="0" y="474480"/>
            <a:ext cx="140400" cy="2046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70200" tIns="45000" rIns="702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93640" y="272880"/>
            <a:ext cx="10690200" cy="114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10690200" cy="396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Рисунок 3"/>
          <p:cNvPicPr/>
          <p:nvPr/>
        </p:nvPicPr>
        <p:blipFill>
          <a:blip r:embed="rId2"/>
          <a:stretch/>
        </p:blipFill>
        <p:spPr>
          <a:xfrm>
            <a:off x="0" y="0"/>
            <a:ext cx="11876760" cy="683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CustomShape 1"/>
          <p:cNvSpPr/>
          <p:nvPr/>
        </p:nvSpPr>
        <p:spPr>
          <a:xfrm>
            <a:off x="0" y="0"/>
            <a:ext cx="11876760" cy="6837840"/>
          </a:xfrm>
          <a:prstGeom prst="rect">
            <a:avLst/>
          </a:prstGeom>
          <a:gradFill rotWithShape="0">
            <a:gsLst>
              <a:gs pos="23000">
                <a:srgbClr val="1F497D">
                  <a:alpha val="60000"/>
                </a:srgbClr>
              </a:gs>
              <a:gs pos="100000">
                <a:srgbClr val="1F497D">
                  <a:alpha val="46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" name="Рисунок 12"/>
          <p:cNvPicPr/>
          <p:nvPr/>
        </p:nvPicPr>
        <p:blipFill>
          <a:blip r:embed="rId3"/>
          <a:stretch/>
        </p:blipFill>
        <p:spPr>
          <a:xfrm>
            <a:off x="327240" y="5953680"/>
            <a:ext cx="1841400" cy="67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CustomShape 2"/>
          <p:cNvSpPr/>
          <p:nvPr/>
        </p:nvSpPr>
        <p:spPr>
          <a:xfrm>
            <a:off x="0" y="474480"/>
            <a:ext cx="140400" cy="2046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70200" tIns="45000" rIns="702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Рисунок 3"/>
          <p:cNvPicPr/>
          <p:nvPr/>
        </p:nvPicPr>
        <p:blipFill>
          <a:blip r:embed="rId2"/>
          <a:stretch/>
        </p:blipFill>
        <p:spPr>
          <a:xfrm>
            <a:off x="0" y="0"/>
            <a:ext cx="11876760" cy="683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CustomShape 1"/>
          <p:cNvSpPr/>
          <p:nvPr/>
        </p:nvSpPr>
        <p:spPr>
          <a:xfrm>
            <a:off x="0" y="0"/>
            <a:ext cx="11876760" cy="6837840"/>
          </a:xfrm>
          <a:prstGeom prst="rect">
            <a:avLst/>
          </a:prstGeom>
          <a:gradFill rotWithShape="0">
            <a:gsLst>
              <a:gs pos="23000">
                <a:srgbClr val="1F497D">
                  <a:alpha val="60000"/>
                </a:srgbClr>
              </a:gs>
              <a:gs pos="100000">
                <a:srgbClr val="1F497D">
                  <a:alpha val="46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" name="Рисунок 12"/>
          <p:cNvPicPr/>
          <p:nvPr/>
        </p:nvPicPr>
        <p:blipFill>
          <a:blip r:embed="rId3"/>
          <a:stretch/>
        </p:blipFill>
        <p:spPr>
          <a:xfrm>
            <a:off x="327240" y="5953680"/>
            <a:ext cx="1841400" cy="67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CustomShape 2"/>
          <p:cNvSpPr/>
          <p:nvPr/>
        </p:nvSpPr>
        <p:spPr>
          <a:xfrm>
            <a:off x="0" y="474480"/>
            <a:ext cx="140400" cy="2046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70200" tIns="45000" rIns="702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10689840" cy="39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Рисунок 3"/>
          <p:cNvPicPr/>
          <p:nvPr/>
        </p:nvPicPr>
        <p:blipFill>
          <a:blip r:embed="rId2"/>
          <a:stretch/>
        </p:blipFill>
        <p:spPr>
          <a:xfrm>
            <a:off x="0" y="0"/>
            <a:ext cx="11876760" cy="683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CustomShape 1"/>
          <p:cNvSpPr/>
          <p:nvPr/>
        </p:nvSpPr>
        <p:spPr>
          <a:xfrm>
            <a:off x="0" y="0"/>
            <a:ext cx="11876760" cy="6837840"/>
          </a:xfrm>
          <a:prstGeom prst="rect">
            <a:avLst/>
          </a:prstGeom>
          <a:gradFill rotWithShape="0">
            <a:gsLst>
              <a:gs pos="23000">
                <a:srgbClr val="1F497D">
                  <a:alpha val="60000"/>
                </a:srgbClr>
              </a:gs>
              <a:gs pos="100000">
                <a:srgbClr val="1F497D">
                  <a:alpha val="46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" name="Рисунок 12"/>
          <p:cNvPicPr/>
          <p:nvPr/>
        </p:nvPicPr>
        <p:blipFill>
          <a:blip r:embed="rId3"/>
          <a:stretch/>
        </p:blipFill>
        <p:spPr>
          <a:xfrm>
            <a:off x="327240" y="5953680"/>
            <a:ext cx="1841400" cy="67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CustomShape 2"/>
          <p:cNvSpPr/>
          <p:nvPr/>
        </p:nvSpPr>
        <p:spPr>
          <a:xfrm>
            <a:off x="0" y="474480"/>
            <a:ext cx="140400" cy="2046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70200" tIns="45000" rIns="702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5216040" cy="39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6072120" y="1600560"/>
            <a:ext cx="5216040" cy="39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Рисунок 3"/>
          <p:cNvPicPr/>
          <p:nvPr/>
        </p:nvPicPr>
        <p:blipFill>
          <a:blip r:embed="rId2"/>
          <a:stretch/>
        </p:blipFill>
        <p:spPr>
          <a:xfrm>
            <a:off x="0" y="0"/>
            <a:ext cx="11876760" cy="683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CustomShape 1"/>
          <p:cNvSpPr/>
          <p:nvPr/>
        </p:nvSpPr>
        <p:spPr>
          <a:xfrm>
            <a:off x="0" y="0"/>
            <a:ext cx="11876760" cy="6837840"/>
          </a:xfrm>
          <a:prstGeom prst="rect">
            <a:avLst/>
          </a:prstGeom>
          <a:gradFill rotWithShape="0">
            <a:gsLst>
              <a:gs pos="23000">
                <a:srgbClr val="1F497D">
                  <a:alpha val="60000"/>
                </a:srgbClr>
              </a:gs>
              <a:gs pos="100000">
                <a:srgbClr val="1F497D">
                  <a:alpha val="46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" name="Рисунок 12"/>
          <p:cNvPicPr/>
          <p:nvPr/>
        </p:nvPicPr>
        <p:blipFill>
          <a:blip r:embed="rId3"/>
          <a:stretch/>
        </p:blipFill>
        <p:spPr>
          <a:xfrm>
            <a:off x="327240" y="5953680"/>
            <a:ext cx="1841400" cy="67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CustomShape 2"/>
          <p:cNvSpPr/>
          <p:nvPr/>
        </p:nvSpPr>
        <p:spPr>
          <a:xfrm>
            <a:off x="0" y="474480"/>
            <a:ext cx="140400" cy="2046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70200" tIns="45000" rIns="702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Рисунок 3"/>
          <p:cNvPicPr/>
          <p:nvPr/>
        </p:nvPicPr>
        <p:blipFill>
          <a:blip r:embed="rId2"/>
          <a:stretch/>
        </p:blipFill>
        <p:spPr>
          <a:xfrm>
            <a:off x="0" y="0"/>
            <a:ext cx="11876760" cy="683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CustomShape 1"/>
          <p:cNvSpPr/>
          <p:nvPr/>
        </p:nvSpPr>
        <p:spPr>
          <a:xfrm>
            <a:off x="0" y="0"/>
            <a:ext cx="11876760" cy="6837840"/>
          </a:xfrm>
          <a:prstGeom prst="rect">
            <a:avLst/>
          </a:prstGeom>
          <a:gradFill rotWithShape="0">
            <a:gsLst>
              <a:gs pos="23000">
                <a:srgbClr val="1F497D">
                  <a:alpha val="60000"/>
                </a:srgbClr>
              </a:gs>
              <a:gs pos="100000">
                <a:srgbClr val="1F497D">
                  <a:alpha val="46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" name="Рисунок 12"/>
          <p:cNvPicPr/>
          <p:nvPr/>
        </p:nvPicPr>
        <p:blipFill>
          <a:blip r:embed="rId3"/>
          <a:stretch/>
        </p:blipFill>
        <p:spPr>
          <a:xfrm>
            <a:off x="327240" y="5953680"/>
            <a:ext cx="1841400" cy="67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CustomShape 2"/>
          <p:cNvSpPr/>
          <p:nvPr/>
        </p:nvSpPr>
        <p:spPr>
          <a:xfrm>
            <a:off x="0" y="474480"/>
            <a:ext cx="140400" cy="2046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70200" tIns="45000" rIns="702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Рисунок 3"/>
          <p:cNvPicPr/>
          <p:nvPr/>
        </p:nvPicPr>
        <p:blipFill>
          <a:blip r:embed="rId2"/>
          <a:stretch/>
        </p:blipFill>
        <p:spPr>
          <a:xfrm>
            <a:off x="0" y="0"/>
            <a:ext cx="11876760" cy="683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CustomShape 1"/>
          <p:cNvSpPr/>
          <p:nvPr/>
        </p:nvSpPr>
        <p:spPr>
          <a:xfrm>
            <a:off x="0" y="0"/>
            <a:ext cx="11876760" cy="6837840"/>
          </a:xfrm>
          <a:prstGeom prst="rect">
            <a:avLst/>
          </a:prstGeom>
          <a:gradFill rotWithShape="0">
            <a:gsLst>
              <a:gs pos="23000">
                <a:srgbClr val="1F497D">
                  <a:alpha val="60000"/>
                </a:srgbClr>
              </a:gs>
              <a:gs pos="100000">
                <a:srgbClr val="1F497D">
                  <a:alpha val="46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" name="Рисунок 12"/>
          <p:cNvPicPr/>
          <p:nvPr/>
        </p:nvPicPr>
        <p:blipFill>
          <a:blip r:embed="rId3"/>
          <a:stretch/>
        </p:blipFill>
        <p:spPr>
          <a:xfrm>
            <a:off x="327240" y="5953680"/>
            <a:ext cx="1841400" cy="67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CustomShape 2"/>
          <p:cNvSpPr/>
          <p:nvPr/>
        </p:nvSpPr>
        <p:spPr>
          <a:xfrm>
            <a:off x="0" y="474480"/>
            <a:ext cx="140400" cy="2046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70200" tIns="45000" rIns="702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593640" y="367272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072120" y="1600560"/>
            <a:ext cx="5216040" cy="39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Рисунок 3"/>
          <p:cNvPicPr/>
          <p:nvPr/>
        </p:nvPicPr>
        <p:blipFill>
          <a:blip r:embed="rId2"/>
          <a:stretch/>
        </p:blipFill>
        <p:spPr>
          <a:xfrm>
            <a:off x="0" y="0"/>
            <a:ext cx="11876760" cy="683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CustomShape 1"/>
          <p:cNvSpPr/>
          <p:nvPr/>
        </p:nvSpPr>
        <p:spPr>
          <a:xfrm>
            <a:off x="0" y="0"/>
            <a:ext cx="11876760" cy="6837840"/>
          </a:xfrm>
          <a:prstGeom prst="rect">
            <a:avLst/>
          </a:prstGeom>
          <a:gradFill rotWithShape="0">
            <a:gsLst>
              <a:gs pos="23000">
                <a:srgbClr val="1F497D">
                  <a:alpha val="60000"/>
                </a:srgbClr>
              </a:gs>
              <a:gs pos="100000">
                <a:srgbClr val="1F497D">
                  <a:alpha val="46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" name="Рисунок 12"/>
          <p:cNvPicPr/>
          <p:nvPr/>
        </p:nvPicPr>
        <p:blipFill>
          <a:blip r:embed="rId3"/>
          <a:stretch/>
        </p:blipFill>
        <p:spPr>
          <a:xfrm>
            <a:off x="327240" y="5953680"/>
            <a:ext cx="1841400" cy="67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CustomShape 2"/>
          <p:cNvSpPr/>
          <p:nvPr/>
        </p:nvSpPr>
        <p:spPr>
          <a:xfrm>
            <a:off x="0" y="474480"/>
            <a:ext cx="140400" cy="2046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70200" tIns="45000" rIns="702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5216040" cy="39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6072120" y="160056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body"/>
          </p:nvPr>
        </p:nvSpPr>
        <p:spPr>
          <a:xfrm>
            <a:off x="6072120" y="367272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Рисунок 3"/>
          <p:cNvPicPr/>
          <p:nvPr/>
        </p:nvPicPr>
        <p:blipFill>
          <a:blip r:embed="rId2"/>
          <a:stretch/>
        </p:blipFill>
        <p:spPr>
          <a:xfrm>
            <a:off x="0" y="0"/>
            <a:ext cx="11876760" cy="683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CustomShape 1"/>
          <p:cNvSpPr/>
          <p:nvPr/>
        </p:nvSpPr>
        <p:spPr>
          <a:xfrm>
            <a:off x="0" y="0"/>
            <a:ext cx="11876760" cy="6837840"/>
          </a:xfrm>
          <a:prstGeom prst="rect">
            <a:avLst/>
          </a:prstGeom>
          <a:gradFill rotWithShape="0">
            <a:gsLst>
              <a:gs pos="23000">
                <a:srgbClr val="1F497D">
                  <a:alpha val="60000"/>
                </a:srgbClr>
              </a:gs>
              <a:gs pos="100000">
                <a:srgbClr val="1F497D">
                  <a:alpha val="46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" name="Рисунок 12"/>
          <p:cNvPicPr/>
          <p:nvPr/>
        </p:nvPicPr>
        <p:blipFill>
          <a:blip r:embed="rId3"/>
          <a:stretch/>
        </p:blipFill>
        <p:spPr>
          <a:xfrm>
            <a:off x="327240" y="5953680"/>
            <a:ext cx="1841400" cy="67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CustomShape 2"/>
          <p:cNvSpPr/>
          <p:nvPr/>
        </p:nvSpPr>
        <p:spPr>
          <a:xfrm>
            <a:off x="0" y="474480"/>
            <a:ext cx="140400" cy="2046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70200" tIns="45000" rIns="702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6072120" y="160056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593640" y="3672720"/>
            <a:ext cx="106898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Рисунок 3"/>
          <p:cNvPicPr/>
          <p:nvPr/>
        </p:nvPicPr>
        <p:blipFill>
          <a:blip r:embed="rId2"/>
          <a:stretch/>
        </p:blipFill>
        <p:spPr>
          <a:xfrm>
            <a:off x="0" y="0"/>
            <a:ext cx="11876760" cy="683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CustomShape 1"/>
          <p:cNvSpPr/>
          <p:nvPr/>
        </p:nvSpPr>
        <p:spPr>
          <a:xfrm>
            <a:off x="0" y="0"/>
            <a:ext cx="11876760" cy="6837840"/>
          </a:xfrm>
          <a:prstGeom prst="rect">
            <a:avLst/>
          </a:prstGeom>
          <a:gradFill rotWithShape="0">
            <a:gsLst>
              <a:gs pos="23000">
                <a:srgbClr val="1F497D">
                  <a:alpha val="60000"/>
                </a:srgbClr>
              </a:gs>
              <a:gs pos="100000">
                <a:srgbClr val="1F497D">
                  <a:alpha val="46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" name="Рисунок 12"/>
          <p:cNvPicPr/>
          <p:nvPr/>
        </p:nvPicPr>
        <p:blipFill>
          <a:blip r:embed="rId3"/>
          <a:stretch/>
        </p:blipFill>
        <p:spPr>
          <a:xfrm>
            <a:off x="327240" y="5953680"/>
            <a:ext cx="1841400" cy="67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CustomShape 2"/>
          <p:cNvSpPr/>
          <p:nvPr/>
        </p:nvSpPr>
        <p:spPr>
          <a:xfrm>
            <a:off x="0" y="474480"/>
            <a:ext cx="140400" cy="2046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70200" tIns="45000" rIns="702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106898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body"/>
          </p:nvPr>
        </p:nvSpPr>
        <p:spPr>
          <a:xfrm>
            <a:off x="593640" y="3672720"/>
            <a:ext cx="106898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1"/>
          <p:cNvSpPr/>
          <p:nvPr/>
        </p:nvSpPr>
        <p:spPr>
          <a:xfrm>
            <a:off x="0" y="233640"/>
            <a:ext cx="234000" cy="239400"/>
          </a:xfrm>
          <a:prstGeom prst="rect">
            <a:avLst/>
          </a:prstGeom>
          <a:gradFill rotWithShape="0">
            <a:gsLst>
              <a:gs pos="0">
                <a:srgbClr val="1F497D"/>
              </a:gs>
              <a:gs pos="100000">
                <a:srgbClr val="4F81BD"/>
              </a:gs>
            </a:gsLst>
            <a:lin ang="189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CustomShape 2"/>
          <p:cNvSpPr/>
          <p:nvPr/>
        </p:nvSpPr>
        <p:spPr>
          <a:xfrm>
            <a:off x="11272680" y="6412320"/>
            <a:ext cx="589680" cy="2095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6280" tIns="26280" rIns="26280" bIns="26280" anchor="ctr">
            <a:noAutofit/>
          </a:bodyPr>
          <a:p>
            <a:pPr algn="ctr">
              <a:lnSpc>
                <a:spcPct val="100000"/>
              </a:lnSpc>
            </a:pPr>
            <a:fld id="{89E045D7-44B5-4413-BBFC-4F99FE1902A6}" type="slidenum">
              <a:rPr lang="ru-RU" sz="1040" b="0" u="none" strike="noStrike">
                <a:solidFill>
                  <a:srgbClr val="14B4C8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Рисунок 8"/>
          <p:cNvPicPr/>
          <p:nvPr/>
        </p:nvPicPr>
        <p:blipFill>
          <a:blip r:embed="rId2"/>
          <a:stretch/>
        </p:blipFill>
        <p:spPr>
          <a:xfrm>
            <a:off x="327240" y="6310440"/>
            <a:ext cx="1203120" cy="43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10689840" cy="39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593640" y="1600560"/>
            <a:ext cx="10689840" cy="39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" name=""/>
          <p:cNvPicPr/>
          <p:nvPr/>
        </p:nvPicPr>
        <p:blipFill>
          <a:blip r:embed="rId3"/>
          <a:stretch/>
        </p:blipFill>
        <p:spPr>
          <a:xfrm>
            <a:off x="3453120" y="1600200"/>
            <a:ext cx="4970520" cy="3965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"/>
          <p:cNvPicPr/>
          <p:nvPr/>
        </p:nvPicPr>
        <p:blipFill>
          <a:blip r:embed="rId4"/>
          <a:stretch/>
        </p:blipFill>
        <p:spPr>
          <a:xfrm>
            <a:off x="3453120" y="1600200"/>
            <a:ext cx="4970520" cy="39657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CustomShape 1"/>
          <p:cNvSpPr/>
          <p:nvPr/>
        </p:nvSpPr>
        <p:spPr>
          <a:xfrm>
            <a:off x="0" y="233640"/>
            <a:ext cx="234000" cy="239400"/>
          </a:xfrm>
          <a:prstGeom prst="rect">
            <a:avLst/>
          </a:prstGeom>
          <a:gradFill rotWithShape="0">
            <a:gsLst>
              <a:gs pos="0">
                <a:srgbClr val="1F497D"/>
              </a:gs>
              <a:gs pos="100000">
                <a:srgbClr val="4F81BD"/>
              </a:gs>
            </a:gsLst>
            <a:lin ang="189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CustomShape 2"/>
          <p:cNvSpPr/>
          <p:nvPr/>
        </p:nvSpPr>
        <p:spPr>
          <a:xfrm>
            <a:off x="11272680" y="6412320"/>
            <a:ext cx="589680" cy="2095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6280" tIns="26280" rIns="26280" bIns="26280" anchor="ctr">
            <a:noAutofit/>
          </a:bodyPr>
          <a:p>
            <a:pPr algn="ctr">
              <a:lnSpc>
                <a:spcPct val="100000"/>
              </a:lnSpc>
            </a:pPr>
            <a:fld id="{536B5FE5-8559-4A7C-ABB9-ED7DF21AEE09}" type="slidenum">
              <a:rPr lang="ru-RU" sz="1040" b="0" u="none" strike="noStrike">
                <a:solidFill>
                  <a:srgbClr val="14B4C8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" name="Рисунок 8"/>
          <p:cNvPicPr/>
          <p:nvPr/>
        </p:nvPicPr>
        <p:blipFill>
          <a:blip r:embed="rId2"/>
          <a:stretch/>
        </p:blipFill>
        <p:spPr>
          <a:xfrm>
            <a:off x="327240" y="6310440"/>
            <a:ext cx="1203120" cy="43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593640" y="272880"/>
            <a:ext cx="10690200" cy="114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10690200" cy="396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CustomShape 1"/>
          <p:cNvSpPr/>
          <p:nvPr/>
        </p:nvSpPr>
        <p:spPr>
          <a:xfrm>
            <a:off x="0" y="233640"/>
            <a:ext cx="234000" cy="239400"/>
          </a:xfrm>
          <a:prstGeom prst="rect">
            <a:avLst/>
          </a:prstGeom>
          <a:gradFill rotWithShape="0">
            <a:gsLst>
              <a:gs pos="0">
                <a:srgbClr val="1F497D"/>
              </a:gs>
              <a:gs pos="100000">
                <a:srgbClr val="4F81BD"/>
              </a:gs>
            </a:gsLst>
            <a:lin ang="189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CustomShape 2"/>
          <p:cNvSpPr/>
          <p:nvPr/>
        </p:nvSpPr>
        <p:spPr>
          <a:xfrm>
            <a:off x="11272680" y="6412320"/>
            <a:ext cx="589680" cy="2095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6280" tIns="26280" rIns="26280" bIns="26280" anchor="ctr">
            <a:noAutofit/>
          </a:bodyPr>
          <a:p>
            <a:pPr algn="ctr">
              <a:lnSpc>
                <a:spcPct val="100000"/>
              </a:lnSpc>
            </a:pPr>
            <a:fld id="{42B56612-4BA6-48B5-8675-86E6E58BB6C7}" type="slidenum">
              <a:rPr lang="ru-RU" sz="1040" b="0" u="none" strike="noStrike">
                <a:solidFill>
                  <a:srgbClr val="14B4C8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9" name="Рисунок 8"/>
          <p:cNvPicPr/>
          <p:nvPr/>
        </p:nvPicPr>
        <p:blipFill>
          <a:blip r:embed="rId2"/>
          <a:stretch/>
        </p:blipFill>
        <p:spPr>
          <a:xfrm>
            <a:off x="327240" y="6310440"/>
            <a:ext cx="1203120" cy="43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Обычный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ustomShape 1"/>
          <p:cNvSpPr/>
          <p:nvPr/>
        </p:nvSpPr>
        <p:spPr>
          <a:xfrm>
            <a:off x="0" y="233640"/>
            <a:ext cx="234000" cy="239400"/>
          </a:xfrm>
          <a:prstGeom prst="rect">
            <a:avLst/>
          </a:prstGeom>
          <a:gradFill rotWithShape="0">
            <a:gsLst>
              <a:gs pos="0">
                <a:srgbClr val="1F497D"/>
              </a:gs>
              <a:gs pos="100000">
                <a:srgbClr val="4F81BD"/>
              </a:gs>
            </a:gsLst>
            <a:lin ang="189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CustomShape 2"/>
          <p:cNvSpPr/>
          <p:nvPr/>
        </p:nvSpPr>
        <p:spPr>
          <a:xfrm>
            <a:off x="11272680" y="6412320"/>
            <a:ext cx="589680" cy="2095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6280" tIns="26280" rIns="26280" bIns="26280" anchor="ctr">
            <a:noAutofit/>
          </a:bodyPr>
          <a:p>
            <a:pPr algn="ctr">
              <a:lnSpc>
                <a:spcPct val="100000"/>
              </a:lnSpc>
            </a:pPr>
            <a:fld id="{67C4A1A6-5D94-4DF3-AF0B-DC9559B67EC0}" type="slidenum">
              <a:rPr lang="ru-RU" sz="1040" b="0" u="none" strike="noStrike">
                <a:solidFill>
                  <a:srgbClr val="14B4C8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Рисунок 8"/>
          <p:cNvPicPr/>
          <p:nvPr/>
        </p:nvPicPr>
        <p:blipFill>
          <a:blip r:embed="rId2"/>
          <a:stretch/>
        </p:blipFill>
        <p:spPr>
          <a:xfrm>
            <a:off x="327240" y="6310440"/>
            <a:ext cx="1203120" cy="43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10689840" cy="39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/>
          <p:cNvSpPr/>
          <p:nvPr/>
        </p:nvSpPr>
        <p:spPr>
          <a:xfrm>
            <a:off x="0" y="233640"/>
            <a:ext cx="234000" cy="239400"/>
          </a:xfrm>
          <a:prstGeom prst="rect">
            <a:avLst/>
          </a:prstGeom>
          <a:gradFill rotWithShape="0">
            <a:gsLst>
              <a:gs pos="0">
                <a:srgbClr val="1F497D"/>
              </a:gs>
              <a:gs pos="100000">
                <a:srgbClr val="4F81BD"/>
              </a:gs>
            </a:gsLst>
            <a:lin ang="189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CustomShape 2"/>
          <p:cNvSpPr/>
          <p:nvPr/>
        </p:nvSpPr>
        <p:spPr>
          <a:xfrm>
            <a:off x="11272680" y="6412320"/>
            <a:ext cx="589680" cy="2095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6280" tIns="26280" rIns="26280" bIns="26280" anchor="ctr">
            <a:noAutofit/>
          </a:bodyPr>
          <a:p>
            <a:pPr algn="ctr">
              <a:lnSpc>
                <a:spcPct val="100000"/>
              </a:lnSpc>
            </a:pPr>
            <a:fld id="{FF113847-5246-4023-A3DE-166436FF0918}" type="slidenum">
              <a:rPr lang="ru-RU" sz="1040" b="0" u="none" strike="noStrike">
                <a:solidFill>
                  <a:srgbClr val="14B4C8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Рисунок 8"/>
          <p:cNvPicPr/>
          <p:nvPr/>
        </p:nvPicPr>
        <p:blipFill>
          <a:blip r:embed="rId2"/>
          <a:stretch/>
        </p:blipFill>
        <p:spPr>
          <a:xfrm>
            <a:off x="327240" y="6310440"/>
            <a:ext cx="1203120" cy="43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5216040" cy="39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body"/>
          </p:nvPr>
        </p:nvSpPr>
        <p:spPr>
          <a:xfrm>
            <a:off x="6072120" y="1600560"/>
            <a:ext cx="5216040" cy="39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Обычный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CustomShape 1"/>
          <p:cNvSpPr/>
          <p:nvPr/>
        </p:nvSpPr>
        <p:spPr>
          <a:xfrm>
            <a:off x="0" y="233640"/>
            <a:ext cx="234000" cy="239400"/>
          </a:xfrm>
          <a:prstGeom prst="rect">
            <a:avLst/>
          </a:prstGeom>
          <a:gradFill rotWithShape="0">
            <a:gsLst>
              <a:gs pos="0">
                <a:srgbClr val="1F497D"/>
              </a:gs>
              <a:gs pos="100000">
                <a:srgbClr val="4F81BD"/>
              </a:gs>
            </a:gsLst>
            <a:lin ang="189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CustomShape 2"/>
          <p:cNvSpPr/>
          <p:nvPr/>
        </p:nvSpPr>
        <p:spPr>
          <a:xfrm>
            <a:off x="11272680" y="6412320"/>
            <a:ext cx="589680" cy="2095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6280" tIns="26280" rIns="26280" bIns="26280" anchor="ctr">
            <a:noAutofit/>
          </a:bodyPr>
          <a:p>
            <a:pPr algn="ctr">
              <a:lnSpc>
                <a:spcPct val="100000"/>
              </a:lnSpc>
            </a:pPr>
            <a:fld id="{46A169D4-CB61-4A41-B234-288D241C6F9C}" type="slidenum">
              <a:rPr lang="ru-RU" sz="1040" b="0" u="none" strike="noStrike">
                <a:solidFill>
                  <a:srgbClr val="14B4C8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4" name="Рисунок 8"/>
          <p:cNvPicPr/>
          <p:nvPr/>
        </p:nvPicPr>
        <p:blipFill>
          <a:blip r:embed="rId2"/>
          <a:stretch/>
        </p:blipFill>
        <p:spPr>
          <a:xfrm>
            <a:off x="327240" y="6310440"/>
            <a:ext cx="1203120" cy="43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Обычный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CustomShape 1"/>
          <p:cNvSpPr/>
          <p:nvPr/>
        </p:nvSpPr>
        <p:spPr>
          <a:xfrm>
            <a:off x="0" y="233640"/>
            <a:ext cx="234000" cy="239400"/>
          </a:xfrm>
          <a:prstGeom prst="rect">
            <a:avLst/>
          </a:prstGeom>
          <a:gradFill rotWithShape="0">
            <a:gsLst>
              <a:gs pos="0">
                <a:srgbClr val="1F497D"/>
              </a:gs>
              <a:gs pos="100000">
                <a:srgbClr val="4F81BD"/>
              </a:gs>
            </a:gsLst>
            <a:lin ang="189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CustomShape 2"/>
          <p:cNvSpPr/>
          <p:nvPr/>
        </p:nvSpPr>
        <p:spPr>
          <a:xfrm>
            <a:off x="11272680" y="6412320"/>
            <a:ext cx="589680" cy="2095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6280" tIns="26280" rIns="26280" bIns="26280" anchor="ctr">
            <a:noAutofit/>
          </a:bodyPr>
          <a:p>
            <a:pPr algn="ctr">
              <a:lnSpc>
                <a:spcPct val="100000"/>
              </a:lnSpc>
            </a:pPr>
            <a:fld id="{99F453CD-3F29-42F0-BEB8-424B939958E2}" type="slidenum">
              <a:rPr lang="ru-RU" sz="1040" b="0" u="none" strike="noStrike">
                <a:solidFill>
                  <a:srgbClr val="14B4C8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8" name="Рисунок 8"/>
          <p:cNvPicPr/>
          <p:nvPr/>
        </p:nvPicPr>
        <p:blipFill>
          <a:blip r:embed="rId2"/>
          <a:stretch/>
        </p:blipFill>
        <p:spPr>
          <a:xfrm>
            <a:off x="327240" y="6310440"/>
            <a:ext cx="1203120" cy="43920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Обычный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CustomShape 1"/>
          <p:cNvSpPr/>
          <p:nvPr/>
        </p:nvSpPr>
        <p:spPr>
          <a:xfrm>
            <a:off x="0" y="233640"/>
            <a:ext cx="234000" cy="239400"/>
          </a:xfrm>
          <a:prstGeom prst="rect">
            <a:avLst/>
          </a:prstGeom>
          <a:gradFill rotWithShape="0">
            <a:gsLst>
              <a:gs pos="0">
                <a:srgbClr val="1F497D"/>
              </a:gs>
              <a:gs pos="100000">
                <a:srgbClr val="4F81BD"/>
              </a:gs>
            </a:gsLst>
            <a:lin ang="189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CustomShape 2"/>
          <p:cNvSpPr/>
          <p:nvPr/>
        </p:nvSpPr>
        <p:spPr>
          <a:xfrm>
            <a:off x="11272680" y="6412320"/>
            <a:ext cx="589680" cy="2095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6280" tIns="26280" rIns="26280" bIns="26280" anchor="ctr">
            <a:noAutofit/>
          </a:bodyPr>
          <a:p>
            <a:pPr algn="ctr">
              <a:lnSpc>
                <a:spcPct val="100000"/>
              </a:lnSpc>
            </a:pPr>
            <a:fld id="{BCD32369-2C88-4D50-81D6-D7880FB1C580}" type="slidenum">
              <a:rPr lang="ru-RU" sz="1040" b="0" u="none" strike="noStrike">
                <a:solidFill>
                  <a:srgbClr val="14B4C8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Рисунок 8"/>
          <p:cNvPicPr/>
          <p:nvPr/>
        </p:nvPicPr>
        <p:blipFill>
          <a:blip r:embed="rId2"/>
          <a:stretch/>
        </p:blipFill>
        <p:spPr>
          <a:xfrm>
            <a:off x="327240" y="6310440"/>
            <a:ext cx="1203120" cy="43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body"/>
          </p:nvPr>
        </p:nvSpPr>
        <p:spPr>
          <a:xfrm>
            <a:off x="593640" y="367272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 type="body"/>
          </p:nvPr>
        </p:nvSpPr>
        <p:spPr>
          <a:xfrm>
            <a:off x="6072120" y="1600560"/>
            <a:ext cx="5216040" cy="39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Обычный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CustomShape 1"/>
          <p:cNvSpPr/>
          <p:nvPr/>
        </p:nvSpPr>
        <p:spPr>
          <a:xfrm>
            <a:off x="0" y="233640"/>
            <a:ext cx="234000" cy="239400"/>
          </a:xfrm>
          <a:prstGeom prst="rect">
            <a:avLst/>
          </a:prstGeom>
          <a:gradFill rotWithShape="0">
            <a:gsLst>
              <a:gs pos="0">
                <a:srgbClr val="1F497D"/>
              </a:gs>
              <a:gs pos="100000">
                <a:srgbClr val="4F81BD"/>
              </a:gs>
            </a:gsLst>
            <a:lin ang="189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CustomShape 2"/>
          <p:cNvSpPr/>
          <p:nvPr/>
        </p:nvSpPr>
        <p:spPr>
          <a:xfrm>
            <a:off x="11272680" y="6412320"/>
            <a:ext cx="589680" cy="2095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6280" tIns="26280" rIns="26280" bIns="26280" anchor="ctr">
            <a:noAutofit/>
          </a:bodyPr>
          <a:p>
            <a:pPr algn="ctr">
              <a:lnSpc>
                <a:spcPct val="100000"/>
              </a:lnSpc>
            </a:pPr>
            <a:fld id="{80A8AD0E-817B-441E-B9C7-800DB99DB579}" type="slidenum">
              <a:rPr lang="ru-RU" sz="1040" b="0" u="none" strike="noStrike">
                <a:solidFill>
                  <a:srgbClr val="14B4C8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Рисунок 8"/>
          <p:cNvPicPr/>
          <p:nvPr/>
        </p:nvPicPr>
        <p:blipFill>
          <a:blip r:embed="rId2"/>
          <a:stretch/>
        </p:blipFill>
        <p:spPr>
          <a:xfrm>
            <a:off x="327240" y="6310440"/>
            <a:ext cx="1203120" cy="43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5216040" cy="39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body"/>
          </p:nvPr>
        </p:nvSpPr>
        <p:spPr>
          <a:xfrm>
            <a:off x="6072120" y="160056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 type="body"/>
          </p:nvPr>
        </p:nvSpPr>
        <p:spPr>
          <a:xfrm>
            <a:off x="6072120" y="367272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Обычный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CustomShape 1"/>
          <p:cNvSpPr/>
          <p:nvPr/>
        </p:nvSpPr>
        <p:spPr>
          <a:xfrm>
            <a:off x="0" y="233640"/>
            <a:ext cx="234000" cy="239400"/>
          </a:xfrm>
          <a:prstGeom prst="rect">
            <a:avLst/>
          </a:prstGeom>
          <a:gradFill rotWithShape="0">
            <a:gsLst>
              <a:gs pos="0">
                <a:srgbClr val="1F497D"/>
              </a:gs>
              <a:gs pos="100000">
                <a:srgbClr val="4F81BD"/>
              </a:gs>
            </a:gsLst>
            <a:lin ang="189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CustomShape 2"/>
          <p:cNvSpPr/>
          <p:nvPr/>
        </p:nvSpPr>
        <p:spPr>
          <a:xfrm>
            <a:off x="11272680" y="6412320"/>
            <a:ext cx="589680" cy="2095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6280" tIns="26280" rIns="26280" bIns="26280" anchor="ctr">
            <a:noAutofit/>
          </a:bodyPr>
          <a:p>
            <a:pPr algn="ctr">
              <a:lnSpc>
                <a:spcPct val="100000"/>
              </a:lnSpc>
            </a:pPr>
            <a:fld id="{A00CA3CD-6170-4E5F-9EE1-CC3761C819AB}" type="slidenum">
              <a:rPr lang="ru-RU" sz="1040" b="0" u="none" strike="noStrike">
                <a:solidFill>
                  <a:srgbClr val="14B4C8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5" name="Рисунок 8"/>
          <p:cNvPicPr/>
          <p:nvPr/>
        </p:nvPicPr>
        <p:blipFill>
          <a:blip r:embed="rId2"/>
          <a:stretch/>
        </p:blipFill>
        <p:spPr>
          <a:xfrm>
            <a:off x="327240" y="6310440"/>
            <a:ext cx="1203120" cy="43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body"/>
          </p:nvPr>
        </p:nvSpPr>
        <p:spPr>
          <a:xfrm>
            <a:off x="6072120" y="160056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4"/>
          <p:cNvSpPr>
            <a:spLocks noGrp="1"/>
          </p:cNvSpPr>
          <p:nvPr>
            <p:ph type="body"/>
          </p:nvPr>
        </p:nvSpPr>
        <p:spPr>
          <a:xfrm>
            <a:off x="593640" y="3672720"/>
            <a:ext cx="106898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Обычный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0" y="233640"/>
            <a:ext cx="234000" cy="239400"/>
          </a:xfrm>
          <a:prstGeom prst="rect">
            <a:avLst/>
          </a:prstGeom>
          <a:gradFill rotWithShape="0">
            <a:gsLst>
              <a:gs pos="0">
                <a:srgbClr val="1F497D"/>
              </a:gs>
              <a:gs pos="100000">
                <a:srgbClr val="4F81BD"/>
              </a:gs>
            </a:gsLst>
            <a:lin ang="189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11272680" y="6412320"/>
            <a:ext cx="589680" cy="2095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6280" tIns="26280" rIns="26280" bIns="26280" anchor="ctr">
            <a:noAutofit/>
          </a:bodyPr>
          <a:p>
            <a:pPr algn="ctr">
              <a:lnSpc>
                <a:spcPct val="100000"/>
              </a:lnSpc>
            </a:pPr>
            <a:fld id="{DCB161E7-C00B-49FF-92C3-5922B54B6CB6}" type="slidenum">
              <a:rPr lang="ru-RU" sz="1040" b="0" u="none" strike="noStrike">
                <a:solidFill>
                  <a:srgbClr val="14B4C8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2" name="Рисунок 8"/>
          <p:cNvPicPr/>
          <p:nvPr/>
        </p:nvPicPr>
        <p:blipFill>
          <a:blip r:embed="rId2"/>
          <a:stretch/>
        </p:blipFill>
        <p:spPr>
          <a:xfrm>
            <a:off x="327240" y="6310440"/>
            <a:ext cx="1203120" cy="43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106898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body"/>
          </p:nvPr>
        </p:nvSpPr>
        <p:spPr>
          <a:xfrm>
            <a:off x="593640" y="3672720"/>
            <a:ext cx="106898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Обычный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CustomShape 1"/>
          <p:cNvSpPr/>
          <p:nvPr/>
        </p:nvSpPr>
        <p:spPr>
          <a:xfrm>
            <a:off x="0" y="233640"/>
            <a:ext cx="234000" cy="239400"/>
          </a:xfrm>
          <a:prstGeom prst="rect">
            <a:avLst/>
          </a:prstGeom>
          <a:gradFill rotWithShape="0">
            <a:gsLst>
              <a:gs pos="0">
                <a:srgbClr val="1F497D"/>
              </a:gs>
              <a:gs pos="100000">
                <a:srgbClr val="4F81BD"/>
              </a:gs>
            </a:gsLst>
            <a:lin ang="189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CustomShape 2"/>
          <p:cNvSpPr/>
          <p:nvPr/>
        </p:nvSpPr>
        <p:spPr>
          <a:xfrm>
            <a:off x="11272680" y="6412320"/>
            <a:ext cx="589680" cy="2095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6280" tIns="26280" rIns="26280" bIns="26280" anchor="ctr">
            <a:noAutofit/>
          </a:bodyPr>
          <a:p>
            <a:pPr algn="ctr">
              <a:lnSpc>
                <a:spcPct val="100000"/>
              </a:lnSpc>
            </a:pPr>
            <a:fld id="{99883139-E6C2-4D4A-AF62-8FE430D59CF7}" type="slidenum">
              <a:rPr lang="ru-RU" sz="1040" b="0" u="none" strike="noStrike">
                <a:solidFill>
                  <a:srgbClr val="14B4C8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8" name="Рисунок 8"/>
          <p:cNvPicPr/>
          <p:nvPr/>
        </p:nvPicPr>
        <p:blipFill>
          <a:blip r:embed="rId2"/>
          <a:stretch/>
        </p:blipFill>
        <p:spPr>
          <a:xfrm>
            <a:off x="327240" y="6310440"/>
            <a:ext cx="1203120" cy="43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body"/>
          </p:nvPr>
        </p:nvSpPr>
        <p:spPr>
          <a:xfrm>
            <a:off x="6072120" y="160056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 type="body"/>
          </p:nvPr>
        </p:nvSpPr>
        <p:spPr>
          <a:xfrm>
            <a:off x="6072120" y="367272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5"/>
          <p:cNvSpPr>
            <a:spLocks noGrp="1"/>
          </p:cNvSpPr>
          <p:nvPr>
            <p:ph type="body"/>
          </p:nvPr>
        </p:nvSpPr>
        <p:spPr>
          <a:xfrm>
            <a:off x="593640" y="367272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Обычный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Picture 2"/>
          <p:cNvPicPr/>
          <p:nvPr/>
        </p:nvPicPr>
        <p:blipFill>
          <a:blip r:embed="rId2"/>
          <a:srcRect l="25713" t="0" r="29850" b="0"/>
          <a:stretch/>
        </p:blipFill>
        <p:spPr>
          <a:xfrm>
            <a:off x="6599880" y="0"/>
            <a:ext cx="5275440" cy="683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CustomShape 1"/>
          <p:cNvSpPr/>
          <p:nvPr/>
        </p:nvSpPr>
        <p:spPr>
          <a:xfrm>
            <a:off x="6595560" y="0"/>
            <a:ext cx="5281200" cy="6852600"/>
          </a:xfrm>
          <a:prstGeom prst="rect">
            <a:avLst/>
          </a:prstGeom>
          <a:gradFill rotWithShape="0">
            <a:gsLst>
              <a:gs pos="0">
                <a:srgbClr val="1F497D">
                  <a:alpha val="60000"/>
                </a:srgbClr>
              </a:gs>
              <a:gs pos="100000">
                <a:srgbClr val="1F497D">
                  <a:alpha val="60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CustomShape 2"/>
          <p:cNvSpPr/>
          <p:nvPr/>
        </p:nvSpPr>
        <p:spPr>
          <a:xfrm>
            <a:off x="0" y="233640"/>
            <a:ext cx="234000" cy="239400"/>
          </a:xfrm>
          <a:prstGeom prst="rect">
            <a:avLst/>
          </a:prstGeom>
          <a:gradFill rotWithShape="0">
            <a:gsLst>
              <a:gs pos="0">
                <a:srgbClr val="1F497D"/>
              </a:gs>
              <a:gs pos="100000">
                <a:srgbClr val="4F81BD"/>
              </a:gs>
            </a:gsLst>
            <a:lin ang="189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CustomShape 3"/>
          <p:cNvSpPr/>
          <p:nvPr/>
        </p:nvSpPr>
        <p:spPr>
          <a:xfrm>
            <a:off x="11272680" y="6412320"/>
            <a:ext cx="589680" cy="2095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6280" tIns="26280" rIns="26280" bIns="26280" anchor="ctr">
            <a:noAutofit/>
          </a:bodyPr>
          <a:p>
            <a:pPr algn="ctr">
              <a:lnSpc>
                <a:spcPct val="100000"/>
              </a:lnSpc>
            </a:pPr>
            <a:fld id="{2B81B225-3625-4394-A4F6-B7C2C2683A58}" type="slidenum">
              <a:rPr lang="ru-RU" sz="104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8" name="Рисунок 18"/>
          <p:cNvPicPr/>
          <p:nvPr/>
        </p:nvPicPr>
        <p:blipFill>
          <a:blip r:embed="rId3"/>
          <a:stretch/>
        </p:blipFill>
        <p:spPr>
          <a:xfrm>
            <a:off x="327240" y="6297480"/>
            <a:ext cx="1203120" cy="43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body"/>
          </p:nvPr>
        </p:nvSpPr>
        <p:spPr>
          <a:xfrm>
            <a:off x="6072120" y="160056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4"/>
          <p:cNvSpPr>
            <a:spLocks noGrp="1"/>
          </p:cNvSpPr>
          <p:nvPr>
            <p:ph type="body"/>
          </p:nvPr>
        </p:nvSpPr>
        <p:spPr>
          <a:xfrm>
            <a:off x="6072120" y="367272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5"/>
          <p:cNvSpPr>
            <a:spLocks noGrp="1"/>
          </p:cNvSpPr>
          <p:nvPr>
            <p:ph type="body"/>
          </p:nvPr>
        </p:nvSpPr>
        <p:spPr>
          <a:xfrm>
            <a:off x="593640" y="367272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Picture 2"/>
          <p:cNvPicPr/>
          <p:nvPr/>
        </p:nvPicPr>
        <p:blipFill>
          <a:blip r:embed="rId2"/>
          <a:srcRect l="25713" t="0" r="29850" b="0"/>
          <a:stretch/>
        </p:blipFill>
        <p:spPr>
          <a:xfrm>
            <a:off x="6599880" y="0"/>
            <a:ext cx="5275440" cy="683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" name="CustomShape 1"/>
          <p:cNvSpPr/>
          <p:nvPr/>
        </p:nvSpPr>
        <p:spPr>
          <a:xfrm>
            <a:off x="6595560" y="0"/>
            <a:ext cx="5281200" cy="6852600"/>
          </a:xfrm>
          <a:prstGeom prst="rect">
            <a:avLst/>
          </a:prstGeom>
          <a:gradFill rotWithShape="0">
            <a:gsLst>
              <a:gs pos="0">
                <a:srgbClr val="1F497D">
                  <a:alpha val="60000"/>
                </a:srgbClr>
              </a:gs>
              <a:gs pos="100000">
                <a:srgbClr val="1F497D">
                  <a:alpha val="60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CustomShape 2"/>
          <p:cNvSpPr/>
          <p:nvPr/>
        </p:nvSpPr>
        <p:spPr>
          <a:xfrm>
            <a:off x="0" y="233640"/>
            <a:ext cx="234000" cy="239400"/>
          </a:xfrm>
          <a:prstGeom prst="rect">
            <a:avLst/>
          </a:prstGeom>
          <a:gradFill rotWithShape="0">
            <a:gsLst>
              <a:gs pos="0">
                <a:srgbClr val="1F497D"/>
              </a:gs>
              <a:gs pos="100000">
                <a:srgbClr val="4F81BD"/>
              </a:gs>
            </a:gsLst>
            <a:lin ang="189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CustomShape 3"/>
          <p:cNvSpPr/>
          <p:nvPr/>
        </p:nvSpPr>
        <p:spPr>
          <a:xfrm>
            <a:off x="11272680" y="6412320"/>
            <a:ext cx="589680" cy="2095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6280" tIns="26280" rIns="26280" bIns="26280" anchor="ctr">
            <a:noAutofit/>
          </a:bodyPr>
          <a:p>
            <a:pPr algn="ctr">
              <a:lnSpc>
                <a:spcPct val="100000"/>
              </a:lnSpc>
            </a:pPr>
            <a:fld id="{3B49245E-7D26-4928-A805-CA8A2938397B}" type="slidenum">
              <a:rPr lang="ru-RU" sz="104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8" name="Рисунок 18"/>
          <p:cNvPicPr/>
          <p:nvPr/>
        </p:nvPicPr>
        <p:blipFill>
          <a:blip r:embed="rId3"/>
          <a:stretch/>
        </p:blipFill>
        <p:spPr>
          <a:xfrm>
            <a:off x="327240" y="6297480"/>
            <a:ext cx="1203120" cy="43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10689840" cy="39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body"/>
          </p:nvPr>
        </p:nvSpPr>
        <p:spPr>
          <a:xfrm>
            <a:off x="593640" y="1600560"/>
            <a:ext cx="10689840" cy="39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2" name=""/>
          <p:cNvPicPr/>
          <p:nvPr/>
        </p:nvPicPr>
        <p:blipFill>
          <a:blip r:embed="rId4"/>
          <a:stretch/>
        </p:blipFill>
        <p:spPr>
          <a:xfrm>
            <a:off x="3453120" y="1600200"/>
            <a:ext cx="4970520" cy="3965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3" name=""/>
          <p:cNvPicPr/>
          <p:nvPr/>
        </p:nvPicPr>
        <p:blipFill>
          <a:blip r:embed="rId5"/>
          <a:stretch/>
        </p:blipFill>
        <p:spPr>
          <a:xfrm>
            <a:off x="3453120" y="1600200"/>
            <a:ext cx="4970520" cy="39657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Picture 2"/>
          <p:cNvPicPr/>
          <p:nvPr/>
        </p:nvPicPr>
        <p:blipFill>
          <a:blip r:embed="rId2"/>
          <a:srcRect l="25713" t="0" r="29850" b="0"/>
          <a:stretch/>
        </p:blipFill>
        <p:spPr>
          <a:xfrm>
            <a:off x="6599880" y="0"/>
            <a:ext cx="5275440" cy="683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" name="CustomShape 1"/>
          <p:cNvSpPr/>
          <p:nvPr/>
        </p:nvSpPr>
        <p:spPr>
          <a:xfrm>
            <a:off x="6595560" y="0"/>
            <a:ext cx="5281200" cy="6852600"/>
          </a:xfrm>
          <a:prstGeom prst="rect">
            <a:avLst/>
          </a:prstGeom>
          <a:gradFill rotWithShape="0">
            <a:gsLst>
              <a:gs pos="0">
                <a:srgbClr val="1F497D">
                  <a:alpha val="60000"/>
                </a:srgbClr>
              </a:gs>
              <a:gs pos="100000">
                <a:srgbClr val="1F497D">
                  <a:alpha val="60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CustomShape 2"/>
          <p:cNvSpPr/>
          <p:nvPr/>
        </p:nvSpPr>
        <p:spPr>
          <a:xfrm>
            <a:off x="0" y="233640"/>
            <a:ext cx="234000" cy="239400"/>
          </a:xfrm>
          <a:prstGeom prst="rect">
            <a:avLst/>
          </a:prstGeom>
          <a:gradFill rotWithShape="0">
            <a:gsLst>
              <a:gs pos="0">
                <a:srgbClr val="1F497D"/>
              </a:gs>
              <a:gs pos="100000">
                <a:srgbClr val="4F81BD"/>
              </a:gs>
            </a:gsLst>
            <a:lin ang="189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CustomShape 3"/>
          <p:cNvSpPr/>
          <p:nvPr/>
        </p:nvSpPr>
        <p:spPr>
          <a:xfrm>
            <a:off x="11272680" y="6412320"/>
            <a:ext cx="589680" cy="2095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6280" tIns="26280" rIns="26280" bIns="26280" anchor="ctr">
            <a:noAutofit/>
          </a:bodyPr>
          <a:p>
            <a:pPr algn="ctr">
              <a:lnSpc>
                <a:spcPct val="100000"/>
              </a:lnSpc>
            </a:pPr>
            <a:fld id="{B9127A3B-7FEF-49D5-922C-576C1A11D229}" type="slidenum">
              <a:rPr lang="ru-RU" sz="104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8" name="Рисунок 18"/>
          <p:cNvPicPr/>
          <p:nvPr/>
        </p:nvPicPr>
        <p:blipFill>
          <a:blip r:embed="rId3"/>
          <a:stretch/>
        </p:blipFill>
        <p:spPr>
          <a:xfrm>
            <a:off x="327240" y="6297480"/>
            <a:ext cx="1203120" cy="43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593640" y="272880"/>
            <a:ext cx="10690200" cy="114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10690200" cy="396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Picture 2"/>
          <p:cNvPicPr/>
          <p:nvPr/>
        </p:nvPicPr>
        <p:blipFill>
          <a:blip r:embed="rId2"/>
          <a:srcRect l="25713" t="0" r="29850" b="0"/>
          <a:stretch/>
        </p:blipFill>
        <p:spPr>
          <a:xfrm>
            <a:off x="6599880" y="0"/>
            <a:ext cx="5275440" cy="683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2" name="CustomShape 1"/>
          <p:cNvSpPr/>
          <p:nvPr/>
        </p:nvSpPr>
        <p:spPr>
          <a:xfrm>
            <a:off x="6595560" y="0"/>
            <a:ext cx="5281200" cy="6852600"/>
          </a:xfrm>
          <a:prstGeom prst="rect">
            <a:avLst/>
          </a:prstGeom>
          <a:gradFill rotWithShape="0">
            <a:gsLst>
              <a:gs pos="0">
                <a:srgbClr val="1F497D">
                  <a:alpha val="60000"/>
                </a:srgbClr>
              </a:gs>
              <a:gs pos="100000">
                <a:srgbClr val="1F497D">
                  <a:alpha val="60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CustomShape 2"/>
          <p:cNvSpPr/>
          <p:nvPr/>
        </p:nvSpPr>
        <p:spPr>
          <a:xfrm>
            <a:off x="0" y="233640"/>
            <a:ext cx="234000" cy="239400"/>
          </a:xfrm>
          <a:prstGeom prst="rect">
            <a:avLst/>
          </a:prstGeom>
          <a:gradFill rotWithShape="0">
            <a:gsLst>
              <a:gs pos="0">
                <a:srgbClr val="1F497D"/>
              </a:gs>
              <a:gs pos="100000">
                <a:srgbClr val="4F81BD"/>
              </a:gs>
            </a:gsLst>
            <a:lin ang="189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CustomShape 3"/>
          <p:cNvSpPr/>
          <p:nvPr/>
        </p:nvSpPr>
        <p:spPr>
          <a:xfrm>
            <a:off x="11272680" y="6412320"/>
            <a:ext cx="589680" cy="2095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6280" tIns="26280" rIns="26280" bIns="26280" anchor="ctr">
            <a:noAutofit/>
          </a:bodyPr>
          <a:p>
            <a:pPr algn="ctr">
              <a:lnSpc>
                <a:spcPct val="100000"/>
              </a:lnSpc>
            </a:pPr>
            <a:fld id="{D5798732-546A-46DA-843A-D97D2D8AFFD7}" type="slidenum">
              <a:rPr lang="ru-RU" sz="104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5" name="Рисунок 18"/>
          <p:cNvPicPr/>
          <p:nvPr/>
        </p:nvPicPr>
        <p:blipFill>
          <a:blip r:embed="rId3"/>
          <a:stretch/>
        </p:blipFill>
        <p:spPr>
          <a:xfrm>
            <a:off x="327240" y="6297480"/>
            <a:ext cx="1203120" cy="43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Обычный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Picture 2"/>
          <p:cNvPicPr/>
          <p:nvPr/>
        </p:nvPicPr>
        <p:blipFill>
          <a:blip r:embed="rId2"/>
          <a:srcRect l="25713" t="0" r="29850" b="0"/>
          <a:stretch/>
        </p:blipFill>
        <p:spPr>
          <a:xfrm>
            <a:off x="6599880" y="0"/>
            <a:ext cx="5275440" cy="683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8" name="CustomShape 1"/>
          <p:cNvSpPr/>
          <p:nvPr/>
        </p:nvSpPr>
        <p:spPr>
          <a:xfrm>
            <a:off x="6595560" y="0"/>
            <a:ext cx="5281200" cy="6852600"/>
          </a:xfrm>
          <a:prstGeom prst="rect">
            <a:avLst/>
          </a:prstGeom>
          <a:gradFill rotWithShape="0">
            <a:gsLst>
              <a:gs pos="0">
                <a:srgbClr val="1F497D">
                  <a:alpha val="60000"/>
                </a:srgbClr>
              </a:gs>
              <a:gs pos="100000">
                <a:srgbClr val="1F497D">
                  <a:alpha val="60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CustomShape 2"/>
          <p:cNvSpPr/>
          <p:nvPr/>
        </p:nvSpPr>
        <p:spPr>
          <a:xfrm>
            <a:off x="0" y="233640"/>
            <a:ext cx="234000" cy="239400"/>
          </a:xfrm>
          <a:prstGeom prst="rect">
            <a:avLst/>
          </a:prstGeom>
          <a:gradFill rotWithShape="0">
            <a:gsLst>
              <a:gs pos="0">
                <a:srgbClr val="1F497D"/>
              </a:gs>
              <a:gs pos="100000">
                <a:srgbClr val="4F81BD"/>
              </a:gs>
            </a:gsLst>
            <a:lin ang="189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CustomShape 3"/>
          <p:cNvSpPr/>
          <p:nvPr/>
        </p:nvSpPr>
        <p:spPr>
          <a:xfrm>
            <a:off x="11272680" y="6412320"/>
            <a:ext cx="589680" cy="2095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6280" tIns="26280" rIns="26280" bIns="26280" anchor="ctr">
            <a:noAutofit/>
          </a:bodyPr>
          <a:p>
            <a:pPr algn="ctr">
              <a:lnSpc>
                <a:spcPct val="100000"/>
              </a:lnSpc>
            </a:pPr>
            <a:fld id="{DBC802BC-1A7D-4470-876A-C890AD565107}" type="slidenum">
              <a:rPr lang="ru-RU" sz="104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1" name="Рисунок 18"/>
          <p:cNvPicPr/>
          <p:nvPr/>
        </p:nvPicPr>
        <p:blipFill>
          <a:blip r:embed="rId3"/>
          <a:stretch/>
        </p:blipFill>
        <p:spPr>
          <a:xfrm>
            <a:off x="327240" y="6297480"/>
            <a:ext cx="1203120" cy="43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10689840" cy="39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Picture 2"/>
          <p:cNvPicPr/>
          <p:nvPr/>
        </p:nvPicPr>
        <p:blipFill>
          <a:blip r:embed="rId2"/>
          <a:srcRect l="25713" t="0" r="29850" b="0"/>
          <a:stretch/>
        </p:blipFill>
        <p:spPr>
          <a:xfrm>
            <a:off x="6599880" y="0"/>
            <a:ext cx="5275440" cy="683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5" name="CustomShape 1"/>
          <p:cNvSpPr/>
          <p:nvPr/>
        </p:nvSpPr>
        <p:spPr>
          <a:xfrm>
            <a:off x="6595560" y="0"/>
            <a:ext cx="5281200" cy="6852600"/>
          </a:xfrm>
          <a:prstGeom prst="rect">
            <a:avLst/>
          </a:prstGeom>
          <a:gradFill rotWithShape="0">
            <a:gsLst>
              <a:gs pos="0">
                <a:srgbClr val="1F497D">
                  <a:alpha val="60000"/>
                </a:srgbClr>
              </a:gs>
              <a:gs pos="100000">
                <a:srgbClr val="1F497D">
                  <a:alpha val="60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CustomShape 2"/>
          <p:cNvSpPr/>
          <p:nvPr/>
        </p:nvSpPr>
        <p:spPr>
          <a:xfrm>
            <a:off x="0" y="233640"/>
            <a:ext cx="234000" cy="239400"/>
          </a:xfrm>
          <a:prstGeom prst="rect">
            <a:avLst/>
          </a:prstGeom>
          <a:gradFill rotWithShape="0">
            <a:gsLst>
              <a:gs pos="0">
                <a:srgbClr val="1F497D"/>
              </a:gs>
              <a:gs pos="100000">
                <a:srgbClr val="4F81BD"/>
              </a:gs>
            </a:gsLst>
            <a:lin ang="189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CustomShape 3"/>
          <p:cNvSpPr/>
          <p:nvPr/>
        </p:nvSpPr>
        <p:spPr>
          <a:xfrm>
            <a:off x="11272680" y="6412320"/>
            <a:ext cx="589680" cy="2095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6280" tIns="26280" rIns="26280" bIns="26280" anchor="ctr">
            <a:noAutofit/>
          </a:bodyPr>
          <a:p>
            <a:pPr algn="ctr">
              <a:lnSpc>
                <a:spcPct val="100000"/>
              </a:lnSpc>
            </a:pPr>
            <a:fld id="{6CF09E33-BD45-4ECE-AA27-511E48589B4C}" type="slidenum">
              <a:rPr lang="ru-RU" sz="104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8" name="Рисунок 18"/>
          <p:cNvPicPr/>
          <p:nvPr/>
        </p:nvPicPr>
        <p:blipFill>
          <a:blip r:embed="rId3"/>
          <a:stretch/>
        </p:blipFill>
        <p:spPr>
          <a:xfrm>
            <a:off x="327240" y="6297480"/>
            <a:ext cx="1203120" cy="43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5216040" cy="39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body"/>
          </p:nvPr>
        </p:nvSpPr>
        <p:spPr>
          <a:xfrm>
            <a:off x="6072120" y="1600560"/>
            <a:ext cx="5216040" cy="39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Обычный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Picture 2"/>
          <p:cNvPicPr/>
          <p:nvPr/>
        </p:nvPicPr>
        <p:blipFill>
          <a:blip r:embed="rId2"/>
          <a:srcRect l="25713" t="0" r="29850" b="0"/>
          <a:stretch/>
        </p:blipFill>
        <p:spPr>
          <a:xfrm>
            <a:off x="6599880" y="0"/>
            <a:ext cx="5275440" cy="683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3" name="CustomShape 1"/>
          <p:cNvSpPr/>
          <p:nvPr/>
        </p:nvSpPr>
        <p:spPr>
          <a:xfrm>
            <a:off x="6595560" y="0"/>
            <a:ext cx="5281200" cy="6852600"/>
          </a:xfrm>
          <a:prstGeom prst="rect">
            <a:avLst/>
          </a:prstGeom>
          <a:gradFill rotWithShape="0">
            <a:gsLst>
              <a:gs pos="0">
                <a:srgbClr val="1F497D">
                  <a:alpha val="60000"/>
                </a:srgbClr>
              </a:gs>
              <a:gs pos="100000">
                <a:srgbClr val="1F497D">
                  <a:alpha val="60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CustomShape 2"/>
          <p:cNvSpPr/>
          <p:nvPr/>
        </p:nvSpPr>
        <p:spPr>
          <a:xfrm>
            <a:off x="0" y="233640"/>
            <a:ext cx="234000" cy="239400"/>
          </a:xfrm>
          <a:prstGeom prst="rect">
            <a:avLst/>
          </a:prstGeom>
          <a:gradFill rotWithShape="0">
            <a:gsLst>
              <a:gs pos="0">
                <a:srgbClr val="1F497D"/>
              </a:gs>
              <a:gs pos="100000">
                <a:srgbClr val="4F81BD"/>
              </a:gs>
            </a:gsLst>
            <a:lin ang="189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CustomShape 3"/>
          <p:cNvSpPr/>
          <p:nvPr/>
        </p:nvSpPr>
        <p:spPr>
          <a:xfrm>
            <a:off x="11272680" y="6412320"/>
            <a:ext cx="589680" cy="2095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6280" tIns="26280" rIns="26280" bIns="26280" anchor="ctr">
            <a:noAutofit/>
          </a:bodyPr>
          <a:p>
            <a:pPr algn="ctr">
              <a:lnSpc>
                <a:spcPct val="100000"/>
              </a:lnSpc>
            </a:pPr>
            <a:fld id="{7129E6BC-FB14-4275-B874-29385E1858D3}" type="slidenum">
              <a:rPr lang="ru-RU" sz="104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6" name="Рисунок 18"/>
          <p:cNvPicPr/>
          <p:nvPr/>
        </p:nvPicPr>
        <p:blipFill>
          <a:blip r:embed="rId3"/>
          <a:stretch/>
        </p:blipFill>
        <p:spPr>
          <a:xfrm>
            <a:off x="327240" y="6297480"/>
            <a:ext cx="1203120" cy="43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Обычный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Picture 2"/>
          <p:cNvPicPr/>
          <p:nvPr/>
        </p:nvPicPr>
        <p:blipFill>
          <a:blip r:embed="rId2"/>
          <a:srcRect l="25713" t="0" r="29850" b="0"/>
          <a:stretch/>
        </p:blipFill>
        <p:spPr>
          <a:xfrm>
            <a:off x="6599880" y="0"/>
            <a:ext cx="5275440" cy="683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9" name="CustomShape 1"/>
          <p:cNvSpPr/>
          <p:nvPr/>
        </p:nvSpPr>
        <p:spPr>
          <a:xfrm>
            <a:off x="6595560" y="0"/>
            <a:ext cx="5281200" cy="6852600"/>
          </a:xfrm>
          <a:prstGeom prst="rect">
            <a:avLst/>
          </a:prstGeom>
          <a:gradFill rotWithShape="0">
            <a:gsLst>
              <a:gs pos="0">
                <a:srgbClr val="1F497D">
                  <a:alpha val="60000"/>
                </a:srgbClr>
              </a:gs>
              <a:gs pos="100000">
                <a:srgbClr val="1F497D">
                  <a:alpha val="60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CustomShape 2"/>
          <p:cNvSpPr/>
          <p:nvPr/>
        </p:nvSpPr>
        <p:spPr>
          <a:xfrm>
            <a:off x="0" y="233640"/>
            <a:ext cx="234000" cy="239400"/>
          </a:xfrm>
          <a:prstGeom prst="rect">
            <a:avLst/>
          </a:prstGeom>
          <a:gradFill rotWithShape="0">
            <a:gsLst>
              <a:gs pos="0">
                <a:srgbClr val="1F497D"/>
              </a:gs>
              <a:gs pos="100000">
                <a:srgbClr val="4F81BD"/>
              </a:gs>
            </a:gsLst>
            <a:lin ang="189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CustomShape 3"/>
          <p:cNvSpPr/>
          <p:nvPr/>
        </p:nvSpPr>
        <p:spPr>
          <a:xfrm>
            <a:off x="11272680" y="6412320"/>
            <a:ext cx="589680" cy="2095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6280" tIns="26280" rIns="26280" bIns="26280" anchor="ctr">
            <a:noAutofit/>
          </a:bodyPr>
          <a:p>
            <a:pPr algn="ctr">
              <a:lnSpc>
                <a:spcPct val="100000"/>
              </a:lnSpc>
            </a:pPr>
            <a:fld id="{7D5301F7-E074-4A44-A886-17E8287B1972}" type="slidenum">
              <a:rPr lang="ru-RU" sz="104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2" name="Рисунок 18"/>
          <p:cNvPicPr/>
          <p:nvPr/>
        </p:nvPicPr>
        <p:blipFill>
          <a:blip r:embed="rId3"/>
          <a:stretch/>
        </p:blipFill>
        <p:spPr>
          <a:xfrm>
            <a:off x="327240" y="6297480"/>
            <a:ext cx="1203120" cy="43920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Обычный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Picture 2"/>
          <p:cNvPicPr/>
          <p:nvPr/>
        </p:nvPicPr>
        <p:blipFill>
          <a:blip r:embed="rId2"/>
          <a:srcRect l="25713" t="0" r="29850" b="0"/>
          <a:stretch/>
        </p:blipFill>
        <p:spPr>
          <a:xfrm>
            <a:off x="6599880" y="0"/>
            <a:ext cx="5275440" cy="683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4" name="CustomShape 1"/>
          <p:cNvSpPr/>
          <p:nvPr/>
        </p:nvSpPr>
        <p:spPr>
          <a:xfrm>
            <a:off x="6595560" y="0"/>
            <a:ext cx="5281200" cy="6852600"/>
          </a:xfrm>
          <a:prstGeom prst="rect">
            <a:avLst/>
          </a:prstGeom>
          <a:gradFill rotWithShape="0">
            <a:gsLst>
              <a:gs pos="0">
                <a:srgbClr val="1F497D">
                  <a:alpha val="60000"/>
                </a:srgbClr>
              </a:gs>
              <a:gs pos="100000">
                <a:srgbClr val="1F497D">
                  <a:alpha val="60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CustomShape 2"/>
          <p:cNvSpPr/>
          <p:nvPr/>
        </p:nvSpPr>
        <p:spPr>
          <a:xfrm>
            <a:off x="0" y="233640"/>
            <a:ext cx="234000" cy="239400"/>
          </a:xfrm>
          <a:prstGeom prst="rect">
            <a:avLst/>
          </a:prstGeom>
          <a:gradFill rotWithShape="0">
            <a:gsLst>
              <a:gs pos="0">
                <a:srgbClr val="1F497D"/>
              </a:gs>
              <a:gs pos="100000">
                <a:srgbClr val="4F81BD"/>
              </a:gs>
            </a:gsLst>
            <a:lin ang="189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CustomShape 3"/>
          <p:cNvSpPr/>
          <p:nvPr/>
        </p:nvSpPr>
        <p:spPr>
          <a:xfrm>
            <a:off x="11272680" y="6412320"/>
            <a:ext cx="589680" cy="2095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6280" tIns="26280" rIns="26280" bIns="26280" anchor="ctr">
            <a:noAutofit/>
          </a:bodyPr>
          <a:p>
            <a:pPr algn="ctr">
              <a:lnSpc>
                <a:spcPct val="100000"/>
              </a:lnSpc>
            </a:pPr>
            <a:fld id="{9377D66B-B3BF-4853-85BC-2BAE67A0CCC9}" type="slidenum">
              <a:rPr lang="ru-RU" sz="104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7" name="Рисунок 18"/>
          <p:cNvPicPr/>
          <p:nvPr/>
        </p:nvPicPr>
        <p:blipFill>
          <a:blip r:embed="rId3"/>
          <a:stretch/>
        </p:blipFill>
        <p:spPr>
          <a:xfrm>
            <a:off x="327240" y="6297480"/>
            <a:ext cx="1203120" cy="43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body"/>
          </p:nvPr>
        </p:nvSpPr>
        <p:spPr>
          <a:xfrm>
            <a:off x="593640" y="367272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4"/>
          <p:cNvSpPr>
            <a:spLocks noGrp="1"/>
          </p:cNvSpPr>
          <p:nvPr>
            <p:ph type="body"/>
          </p:nvPr>
        </p:nvSpPr>
        <p:spPr>
          <a:xfrm>
            <a:off x="6072120" y="1600560"/>
            <a:ext cx="5216040" cy="39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Обычный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Picture 2"/>
          <p:cNvPicPr/>
          <p:nvPr/>
        </p:nvPicPr>
        <p:blipFill>
          <a:blip r:embed="rId2"/>
          <a:srcRect l="25713" t="0" r="29850" b="0"/>
          <a:stretch/>
        </p:blipFill>
        <p:spPr>
          <a:xfrm>
            <a:off x="6599880" y="0"/>
            <a:ext cx="5275440" cy="683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3" name="CustomShape 1"/>
          <p:cNvSpPr/>
          <p:nvPr/>
        </p:nvSpPr>
        <p:spPr>
          <a:xfrm>
            <a:off x="6595560" y="0"/>
            <a:ext cx="5281200" cy="6852600"/>
          </a:xfrm>
          <a:prstGeom prst="rect">
            <a:avLst/>
          </a:prstGeom>
          <a:gradFill rotWithShape="0">
            <a:gsLst>
              <a:gs pos="0">
                <a:srgbClr val="1F497D">
                  <a:alpha val="60000"/>
                </a:srgbClr>
              </a:gs>
              <a:gs pos="100000">
                <a:srgbClr val="1F497D">
                  <a:alpha val="60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CustomShape 2"/>
          <p:cNvSpPr/>
          <p:nvPr/>
        </p:nvSpPr>
        <p:spPr>
          <a:xfrm>
            <a:off x="0" y="233640"/>
            <a:ext cx="234000" cy="239400"/>
          </a:xfrm>
          <a:prstGeom prst="rect">
            <a:avLst/>
          </a:prstGeom>
          <a:gradFill rotWithShape="0">
            <a:gsLst>
              <a:gs pos="0">
                <a:srgbClr val="1F497D"/>
              </a:gs>
              <a:gs pos="100000">
                <a:srgbClr val="4F81BD"/>
              </a:gs>
            </a:gsLst>
            <a:lin ang="189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CustomShape 3"/>
          <p:cNvSpPr/>
          <p:nvPr/>
        </p:nvSpPr>
        <p:spPr>
          <a:xfrm>
            <a:off x="11272680" y="6412320"/>
            <a:ext cx="589680" cy="2095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6280" tIns="26280" rIns="26280" bIns="26280" anchor="ctr">
            <a:noAutofit/>
          </a:bodyPr>
          <a:p>
            <a:pPr algn="ctr">
              <a:lnSpc>
                <a:spcPct val="100000"/>
              </a:lnSpc>
            </a:pPr>
            <a:fld id="{0CFCA279-EA2E-4236-97E6-DEA8772910ED}" type="slidenum">
              <a:rPr lang="ru-RU" sz="104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6" name="Рисунок 18"/>
          <p:cNvPicPr/>
          <p:nvPr/>
        </p:nvPicPr>
        <p:blipFill>
          <a:blip r:embed="rId3"/>
          <a:stretch/>
        </p:blipFill>
        <p:spPr>
          <a:xfrm>
            <a:off x="327240" y="6297480"/>
            <a:ext cx="1203120" cy="43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5216040" cy="39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body"/>
          </p:nvPr>
        </p:nvSpPr>
        <p:spPr>
          <a:xfrm>
            <a:off x="6072120" y="160056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4"/>
          <p:cNvSpPr>
            <a:spLocks noGrp="1"/>
          </p:cNvSpPr>
          <p:nvPr>
            <p:ph type="body"/>
          </p:nvPr>
        </p:nvSpPr>
        <p:spPr>
          <a:xfrm>
            <a:off x="6072120" y="367272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Обычный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Picture 2"/>
          <p:cNvPicPr/>
          <p:nvPr/>
        </p:nvPicPr>
        <p:blipFill>
          <a:blip r:embed="rId2"/>
          <a:srcRect l="25713" t="0" r="29850" b="0"/>
          <a:stretch/>
        </p:blipFill>
        <p:spPr>
          <a:xfrm>
            <a:off x="6599880" y="0"/>
            <a:ext cx="5275440" cy="683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2" name="CustomShape 1"/>
          <p:cNvSpPr/>
          <p:nvPr/>
        </p:nvSpPr>
        <p:spPr>
          <a:xfrm>
            <a:off x="6595560" y="0"/>
            <a:ext cx="5281200" cy="6852600"/>
          </a:xfrm>
          <a:prstGeom prst="rect">
            <a:avLst/>
          </a:prstGeom>
          <a:gradFill rotWithShape="0">
            <a:gsLst>
              <a:gs pos="0">
                <a:srgbClr val="1F497D">
                  <a:alpha val="60000"/>
                </a:srgbClr>
              </a:gs>
              <a:gs pos="100000">
                <a:srgbClr val="1F497D">
                  <a:alpha val="60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CustomShape 2"/>
          <p:cNvSpPr/>
          <p:nvPr/>
        </p:nvSpPr>
        <p:spPr>
          <a:xfrm>
            <a:off x="0" y="233640"/>
            <a:ext cx="234000" cy="239400"/>
          </a:xfrm>
          <a:prstGeom prst="rect">
            <a:avLst/>
          </a:prstGeom>
          <a:gradFill rotWithShape="0">
            <a:gsLst>
              <a:gs pos="0">
                <a:srgbClr val="1F497D"/>
              </a:gs>
              <a:gs pos="100000">
                <a:srgbClr val="4F81BD"/>
              </a:gs>
            </a:gsLst>
            <a:lin ang="189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CustomShape 3"/>
          <p:cNvSpPr/>
          <p:nvPr/>
        </p:nvSpPr>
        <p:spPr>
          <a:xfrm>
            <a:off x="11272680" y="6412320"/>
            <a:ext cx="589680" cy="2095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6280" tIns="26280" rIns="26280" bIns="26280" anchor="ctr">
            <a:noAutofit/>
          </a:bodyPr>
          <a:p>
            <a:pPr algn="ctr">
              <a:lnSpc>
                <a:spcPct val="100000"/>
              </a:lnSpc>
            </a:pPr>
            <a:fld id="{DF385D44-FF3B-43A0-8C5F-CFEA43253850}" type="slidenum">
              <a:rPr lang="ru-RU" sz="104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5" name="Рисунок 18"/>
          <p:cNvPicPr/>
          <p:nvPr/>
        </p:nvPicPr>
        <p:blipFill>
          <a:blip r:embed="rId3"/>
          <a:stretch/>
        </p:blipFill>
        <p:spPr>
          <a:xfrm>
            <a:off x="327240" y="6297480"/>
            <a:ext cx="1203120" cy="43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body"/>
          </p:nvPr>
        </p:nvSpPr>
        <p:spPr>
          <a:xfrm>
            <a:off x="6072120" y="160056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4"/>
          <p:cNvSpPr>
            <a:spLocks noGrp="1"/>
          </p:cNvSpPr>
          <p:nvPr>
            <p:ph type="body"/>
          </p:nvPr>
        </p:nvSpPr>
        <p:spPr>
          <a:xfrm>
            <a:off x="593640" y="3672720"/>
            <a:ext cx="106898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Обычный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Picture 2"/>
          <p:cNvPicPr/>
          <p:nvPr/>
        </p:nvPicPr>
        <p:blipFill>
          <a:blip r:embed="rId2"/>
          <a:srcRect l="25713" t="0" r="29850" b="0"/>
          <a:stretch/>
        </p:blipFill>
        <p:spPr>
          <a:xfrm>
            <a:off x="6599880" y="0"/>
            <a:ext cx="5275440" cy="683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1" name="CustomShape 1"/>
          <p:cNvSpPr/>
          <p:nvPr/>
        </p:nvSpPr>
        <p:spPr>
          <a:xfrm>
            <a:off x="6595560" y="0"/>
            <a:ext cx="5281200" cy="6852600"/>
          </a:xfrm>
          <a:prstGeom prst="rect">
            <a:avLst/>
          </a:prstGeom>
          <a:gradFill rotWithShape="0">
            <a:gsLst>
              <a:gs pos="0">
                <a:srgbClr val="1F497D">
                  <a:alpha val="60000"/>
                </a:srgbClr>
              </a:gs>
              <a:gs pos="100000">
                <a:srgbClr val="1F497D">
                  <a:alpha val="60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CustomShape 2"/>
          <p:cNvSpPr/>
          <p:nvPr/>
        </p:nvSpPr>
        <p:spPr>
          <a:xfrm>
            <a:off x="0" y="233640"/>
            <a:ext cx="234000" cy="239400"/>
          </a:xfrm>
          <a:prstGeom prst="rect">
            <a:avLst/>
          </a:prstGeom>
          <a:gradFill rotWithShape="0">
            <a:gsLst>
              <a:gs pos="0">
                <a:srgbClr val="1F497D"/>
              </a:gs>
              <a:gs pos="100000">
                <a:srgbClr val="4F81BD"/>
              </a:gs>
            </a:gsLst>
            <a:lin ang="189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CustomShape 3"/>
          <p:cNvSpPr/>
          <p:nvPr/>
        </p:nvSpPr>
        <p:spPr>
          <a:xfrm>
            <a:off x="11272680" y="6412320"/>
            <a:ext cx="589680" cy="2095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6280" tIns="26280" rIns="26280" bIns="26280" anchor="ctr">
            <a:noAutofit/>
          </a:bodyPr>
          <a:p>
            <a:pPr algn="ctr">
              <a:lnSpc>
                <a:spcPct val="100000"/>
              </a:lnSpc>
            </a:pPr>
            <a:fld id="{01558670-1CC0-46F1-A554-35E395D6B404}" type="slidenum">
              <a:rPr lang="ru-RU" sz="104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4" name="Рисунок 18"/>
          <p:cNvPicPr/>
          <p:nvPr/>
        </p:nvPicPr>
        <p:blipFill>
          <a:blip r:embed="rId3"/>
          <a:stretch/>
        </p:blipFill>
        <p:spPr>
          <a:xfrm>
            <a:off x="327240" y="6297480"/>
            <a:ext cx="1203120" cy="43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106898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body"/>
          </p:nvPr>
        </p:nvSpPr>
        <p:spPr>
          <a:xfrm>
            <a:off x="593640" y="3672720"/>
            <a:ext cx="106898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CustomShape 1"/>
          <p:cNvSpPr/>
          <p:nvPr/>
        </p:nvSpPr>
        <p:spPr>
          <a:xfrm>
            <a:off x="0" y="233640"/>
            <a:ext cx="234000" cy="239400"/>
          </a:xfrm>
          <a:prstGeom prst="rect">
            <a:avLst/>
          </a:prstGeom>
          <a:gradFill rotWithShape="0">
            <a:gsLst>
              <a:gs pos="0">
                <a:srgbClr val="1F497D"/>
              </a:gs>
              <a:gs pos="100000">
                <a:srgbClr val="4F81BD"/>
              </a:gs>
            </a:gsLst>
            <a:lin ang="189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CustomShape 2"/>
          <p:cNvSpPr/>
          <p:nvPr/>
        </p:nvSpPr>
        <p:spPr>
          <a:xfrm>
            <a:off x="11272680" y="6412320"/>
            <a:ext cx="589680" cy="2095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6280" tIns="26280" rIns="26280" bIns="26280" anchor="ctr">
            <a:noAutofit/>
          </a:bodyPr>
          <a:p>
            <a:pPr algn="ctr">
              <a:lnSpc>
                <a:spcPct val="100000"/>
              </a:lnSpc>
            </a:pPr>
            <a:fld id="{39FEC4A3-1B8E-46F8-BACC-F7FC19BD1149}" type="slidenum">
              <a:rPr lang="ru-RU" sz="1040" b="0" u="none" strike="noStrike">
                <a:solidFill>
                  <a:srgbClr val="14B4C8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0" name="Рисунок 8"/>
          <p:cNvPicPr/>
          <p:nvPr/>
        </p:nvPicPr>
        <p:blipFill>
          <a:blip r:embed="rId2"/>
          <a:stretch/>
        </p:blipFill>
        <p:spPr>
          <a:xfrm>
            <a:off x="327240" y="6310440"/>
            <a:ext cx="1203120" cy="43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10689840" cy="39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body"/>
          </p:nvPr>
        </p:nvSpPr>
        <p:spPr>
          <a:xfrm>
            <a:off x="593640" y="1600560"/>
            <a:ext cx="10689840" cy="39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4" name=""/>
          <p:cNvPicPr/>
          <p:nvPr/>
        </p:nvPicPr>
        <p:blipFill>
          <a:blip r:embed="rId3"/>
          <a:stretch/>
        </p:blipFill>
        <p:spPr>
          <a:xfrm>
            <a:off x="3453120" y="1600200"/>
            <a:ext cx="4970520" cy="3965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5" name=""/>
          <p:cNvPicPr/>
          <p:nvPr/>
        </p:nvPicPr>
        <p:blipFill>
          <a:blip r:embed="rId4"/>
          <a:stretch/>
        </p:blipFill>
        <p:spPr>
          <a:xfrm>
            <a:off x="3453120" y="1600200"/>
            <a:ext cx="4970520" cy="39657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CustomShape 1"/>
          <p:cNvSpPr/>
          <p:nvPr/>
        </p:nvSpPr>
        <p:spPr>
          <a:xfrm>
            <a:off x="0" y="233640"/>
            <a:ext cx="234000" cy="239400"/>
          </a:xfrm>
          <a:prstGeom prst="rect">
            <a:avLst/>
          </a:prstGeom>
          <a:gradFill rotWithShape="0">
            <a:gsLst>
              <a:gs pos="0">
                <a:srgbClr val="1F497D"/>
              </a:gs>
              <a:gs pos="100000">
                <a:srgbClr val="4F81BD"/>
              </a:gs>
            </a:gsLst>
            <a:lin ang="189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CustomShape 2"/>
          <p:cNvSpPr/>
          <p:nvPr/>
        </p:nvSpPr>
        <p:spPr>
          <a:xfrm>
            <a:off x="11272680" y="6412320"/>
            <a:ext cx="589680" cy="2095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6280" tIns="26280" rIns="26280" bIns="26280" anchor="ctr">
            <a:noAutofit/>
          </a:bodyPr>
          <a:p>
            <a:pPr algn="ctr">
              <a:lnSpc>
                <a:spcPct val="100000"/>
              </a:lnSpc>
            </a:pPr>
            <a:fld id="{6E8A705A-1CEE-48E9-88E0-859AB3F9F89F}" type="slidenum">
              <a:rPr lang="ru-RU" sz="1040" b="0" u="none" strike="noStrike">
                <a:solidFill>
                  <a:srgbClr val="14B4C8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8" name="Рисунок 8"/>
          <p:cNvPicPr/>
          <p:nvPr/>
        </p:nvPicPr>
        <p:blipFill>
          <a:blip r:embed="rId2"/>
          <a:stretch/>
        </p:blipFill>
        <p:spPr>
          <a:xfrm>
            <a:off x="327240" y="6310440"/>
            <a:ext cx="1203120" cy="43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593640" y="272880"/>
            <a:ext cx="10690200" cy="114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10690200" cy="396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CustomShape 1"/>
          <p:cNvSpPr/>
          <p:nvPr/>
        </p:nvSpPr>
        <p:spPr>
          <a:xfrm>
            <a:off x="0" y="233640"/>
            <a:ext cx="234000" cy="239400"/>
          </a:xfrm>
          <a:prstGeom prst="rect">
            <a:avLst/>
          </a:prstGeom>
          <a:gradFill rotWithShape="0">
            <a:gsLst>
              <a:gs pos="0">
                <a:srgbClr val="1F497D"/>
              </a:gs>
              <a:gs pos="100000">
                <a:srgbClr val="4F81BD"/>
              </a:gs>
            </a:gsLst>
            <a:lin ang="189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CustomShape 2"/>
          <p:cNvSpPr/>
          <p:nvPr/>
        </p:nvSpPr>
        <p:spPr>
          <a:xfrm>
            <a:off x="11272680" y="6412320"/>
            <a:ext cx="589680" cy="2095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6280" tIns="26280" rIns="26280" bIns="26280" anchor="ctr">
            <a:noAutofit/>
          </a:bodyPr>
          <a:p>
            <a:pPr algn="ctr">
              <a:lnSpc>
                <a:spcPct val="100000"/>
              </a:lnSpc>
            </a:pPr>
            <a:fld id="{CD9F3798-3582-4C4E-A59E-E150C9F09D1C}" type="slidenum">
              <a:rPr lang="ru-RU" sz="1040" b="0" u="none" strike="noStrike">
                <a:solidFill>
                  <a:srgbClr val="14B4C8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3" name="Рисунок 8"/>
          <p:cNvPicPr/>
          <p:nvPr/>
        </p:nvPicPr>
        <p:blipFill>
          <a:blip r:embed="rId2"/>
          <a:stretch/>
        </p:blipFill>
        <p:spPr>
          <a:xfrm>
            <a:off x="327240" y="6310440"/>
            <a:ext cx="1203120" cy="43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Обычный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CustomShape 1"/>
          <p:cNvSpPr/>
          <p:nvPr/>
        </p:nvSpPr>
        <p:spPr>
          <a:xfrm>
            <a:off x="0" y="233640"/>
            <a:ext cx="234000" cy="239400"/>
          </a:xfrm>
          <a:prstGeom prst="rect">
            <a:avLst/>
          </a:prstGeom>
          <a:gradFill rotWithShape="0">
            <a:gsLst>
              <a:gs pos="0">
                <a:srgbClr val="1F497D"/>
              </a:gs>
              <a:gs pos="100000">
                <a:srgbClr val="4F81BD"/>
              </a:gs>
            </a:gsLst>
            <a:lin ang="189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CustomShape 2"/>
          <p:cNvSpPr/>
          <p:nvPr/>
        </p:nvSpPr>
        <p:spPr>
          <a:xfrm>
            <a:off x="11272680" y="6412320"/>
            <a:ext cx="589680" cy="2095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6280" tIns="26280" rIns="26280" bIns="26280" anchor="ctr">
            <a:noAutofit/>
          </a:bodyPr>
          <a:p>
            <a:pPr algn="ctr">
              <a:lnSpc>
                <a:spcPct val="100000"/>
              </a:lnSpc>
            </a:pPr>
            <a:fld id="{9A823A5A-954D-4017-A520-DFB1D14CD80B}" type="slidenum">
              <a:rPr lang="ru-RU" sz="1040" b="0" u="none" strike="noStrike">
                <a:solidFill>
                  <a:srgbClr val="14B4C8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7" name="Рисунок 8"/>
          <p:cNvPicPr/>
          <p:nvPr/>
        </p:nvPicPr>
        <p:blipFill>
          <a:blip r:embed="rId2"/>
          <a:stretch/>
        </p:blipFill>
        <p:spPr>
          <a:xfrm>
            <a:off x="327240" y="6310440"/>
            <a:ext cx="1203120" cy="43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10689840" cy="39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Обычный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CustomShape 1"/>
          <p:cNvSpPr/>
          <p:nvPr/>
        </p:nvSpPr>
        <p:spPr>
          <a:xfrm>
            <a:off x="0" y="233640"/>
            <a:ext cx="234000" cy="239400"/>
          </a:xfrm>
          <a:prstGeom prst="rect">
            <a:avLst/>
          </a:prstGeom>
          <a:gradFill rotWithShape="0">
            <a:gsLst>
              <a:gs pos="0">
                <a:srgbClr val="1F497D"/>
              </a:gs>
              <a:gs pos="100000">
                <a:srgbClr val="4F81BD"/>
              </a:gs>
            </a:gsLst>
            <a:lin ang="189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CustomShape 2"/>
          <p:cNvSpPr/>
          <p:nvPr/>
        </p:nvSpPr>
        <p:spPr>
          <a:xfrm>
            <a:off x="11272680" y="6412320"/>
            <a:ext cx="589680" cy="2095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6280" tIns="26280" rIns="26280" bIns="26280" anchor="ctr">
            <a:noAutofit/>
          </a:bodyPr>
          <a:p>
            <a:pPr algn="ctr">
              <a:lnSpc>
                <a:spcPct val="100000"/>
              </a:lnSpc>
            </a:pPr>
            <a:fld id="{A7EAFA9A-D0B7-4BAB-8F54-3FA739C68701}" type="slidenum">
              <a:rPr lang="ru-RU" sz="1040" b="0" u="none" strike="noStrike">
                <a:solidFill>
                  <a:srgbClr val="14B4C8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2" name="Рисунок 8"/>
          <p:cNvPicPr/>
          <p:nvPr/>
        </p:nvPicPr>
        <p:blipFill>
          <a:blip r:embed="rId2"/>
          <a:stretch/>
        </p:blipFill>
        <p:spPr>
          <a:xfrm>
            <a:off x="327240" y="6310440"/>
            <a:ext cx="1203120" cy="43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593640" y="272880"/>
            <a:ext cx="10690200" cy="114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10690200" cy="396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CustomShape 1"/>
          <p:cNvSpPr/>
          <p:nvPr/>
        </p:nvSpPr>
        <p:spPr>
          <a:xfrm>
            <a:off x="0" y="233640"/>
            <a:ext cx="234000" cy="239400"/>
          </a:xfrm>
          <a:prstGeom prst="rect">
            <a:avLst/>
          </a:prstGeom>
          <a:gradFill rotWithShape="0">
            <a:gsLst>
              <a:gs pos="0">
                <a:srgbClr val="1F497D"/>
              </a:gs>
              <a:gs pos="100000">
                <a:srgbClr val="4F81BD"/>
              </a:gs>
            </a:gsLst>
            <a:lin ang="189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CustomShape 2"/>
          <p:cNvSpPr/>
          <p:nvPr/>
        </p:nvSpPr>
        <p:spPr>
          <a:xfrm>
            <a:off x="11272680" y="6412320"/>
            <a:ext cx="589680" cy="2095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6280" tIns="26280" rIns="26280" bIns="26280" anchor="ctr">
            <a:noAutofit/>
          </a:bodyPr>
          <a:p>
            <a:pPr algn="ctr">
              <a:lnSpc>
                <a:spcPct val="100000"/>
              </a:lnSpc>
            </a:pPr>
            <a:fld id="{72F0BDF5-A9E8-4A03-933F-6B20F15C0249}" type="slidenum">
              <a:rPr lang="ru-RU" sz="1040" b="0" u="none" strike="noStrike">
                <a:solidFill>
                  <a:srgbClr val="14B4C8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7" name="Рисунок 8"/>
          <p:cNvPicPr/>
          <p:nvPr/>
        </p:nvPicPr>
        <p:blipFill>
          <a:blip r:embed="rId2"/>
          <a:stretch/>
        </p:blipFill>
        <p:spPr>
          <a:xfrm>
            <a:off x="327240" y="6310440"/>
            <a:ext cx="1203120" cy="43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5216040" cy="39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body"/>
          </p:nvPr>
        </p:nvSpPr>
        <p:spPr>
          <a:xfrm>
            <a:off x="6072120" y="1600560"/>
            <a:ext cx="5216040" cy="39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Обычный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CustomShape 1"/>
          <p:cNvSpPr/>
          <p:nvPr/>
        </p:nvSpPr>
        <p:spPr>
          <a:xfrm>
            <a:off x="0" y="233640"/>
            <a:ext cx="234000" cy="239400"/>
          </a:xfrm>
          <a:prstGeom prst="rect">
            <a:avLst/>
          </a:prstGeom>
          <a:gradFill rotWithShape="0">
            <a:gsLst>
              <a:gs pos="0">
                <a:srgbClr val="1F497D"/>
              </a:gs>
              <a:gs pos="100000">
                <a:srgbClr val="4F81BD"/>
              </a:gs>
            </a:gsLst>
            <a:lin ang="189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CustomShape 2"/>
          <p:cNvSpPr/>
          <p:nvPr/>
        </p:nvSpPr>
        <p:spPr>
          <a:xfrm>
            <a:off x="11272680" y="6412320"/>
            <a:ext cx="589680" cy="2095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6280" tIns="26280" rIns="26280" bIns="26280" anchor="ctr">
            <a:noAutofit/>
          </a:bodyPr>
          <a:p>
            <a:pPr algn="ctr">
              <a:lnSpc>
                <a:spcPct val="100000"/>
              </a:lnSpc>
            </a:pPr>
            <a:fld id="{6CD9372F-4C17-452C-943D-111465AA0417}" type="slidenum">
              <a:rPr lang="ru-RU" sz="1040" b="0" u="none" strike="noStrike">
                <a:solidFill>
                  <a:srgbClr val="14B4C8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3" name="Рисунок 8"/>
          <p:cNvPicPr/>
          <p:nvPr/>
        </p:nvPicPr>
        <p:blipFill>
          <a:blip r:embed="rId2"/>
          <a:stretch/>
        </p:blipFill>
        <p:spPr>
          <a:xfrm>
            <a:off x="327240" y="6310440"/>
            <a:ext cx="1203120" cy="43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Обычный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CustomShape 1"/>
          <p:cNvSpPr/>
          <p:nvPr/>
        </p:nvSpPr>
        <p:spPr>
          <a:xfrm>
            <a:off x="0" y="233640"/>
            <a:ext cx="234000" cy="239400"/>
          </a:xfrm>
          <a:prstGeom prst="rect">
            <a:avLst/>
          </a:prstGeom>
          <a:gradFill rotWithShape="0">
            <a:gsLst>
              <a:gs pos="0">
                <a:srgbClr val="1F497D"/>
              </a:gs>
              <a:gs pos="100000">
                <a:srgbClr val="4F81BD"/>
              </a:gs>
            </a:gsLst>
            <a:lin ang="189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CustomShape 2"/>
          <p:cNvSpPr/>
          <p:nvPr/>
        </p:nvSpPr>
        <p:spPr>
          <a:xfrm>
            <a:off x="11272680" y="6412320"/>
            <a:ext cx="589680" cy="2095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6280" tIns="26280" rIns="26280" bIns="26280" anchor="ctr">
            <a:noAutofit/>
          </a:bodyPr>
          <a:p>
            <a:pPr algn="ctr">
              <a:lnSpc>
                <a:spcPct val="100000"/>
              </a:lnSpc>
            </a:pPr>
            <a:fld id="{E94D7AAD-A830-4305-A156-8143DFD4EFE0}" type="slidenum">
              <a:rPr lang="ru-RU" sz="1040" b="0" u="none" strike="noStrike">
                <a:solidFill>
                  <a:srgbClr val="14B4C8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7" name="Рисунок 8"/>
          <p:cNvPicPr/>
          <p:nvPr/>
        </p:nvPicPr>
        <p:blipFill>
          <a:blip r:embed="rId2"/>
          <a:stretch/>
        </p:blipFill>
        <p:spPr>
          <a:xfrm>
            <a:off x="327240" y="6310440"/>
            <a:ext cx="1203120" cy="43920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Обычный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CustomShape 1"/>
          <p:cNvSpPr/>
          <p:nvPr/>
        </p:nvSpPr>
        <p:spPr>
          <a:xfrm>
            <a:off x="0" y="233640"/>
            <a:ext cx="234000" cy="239400"/>
          </a:xfrm>
          <a:prstGeom prst="rect">
            <a:avLst/>
          </a:prstGeom>
          <a:gradFill rotWithShape="0">
            <a:gsLst>
              <a:gs pos="0">
                <a:srgbClr val="1F497D"/>
              </a:gs>
              <a:gs pos="100000">
                <a:srgbClr val="4F81BD"/>
              </a:gs>
            </a:gsLst>
            <a:lin ang="189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CustomShape 2"/>
          <p:cNvSpPr/>
          <p:nvPr/>
        </p:nvSpPr>
        <p:spPr>
          <a:xfrm>
            <a:off x="11272680" y="6412320"/>
            <a:ext cx="589680" cy="2095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6280" tIns="26280" rIns="26280" bIns="26280" anchor="ctr">
            <a:noAutofit/>
          </a:bodyPr>
          <a:p>
            <a:pPr algn="ctr">
              <a:lnSpc>
                <a:spcPct val="100000"/>
              </a:lnSpc>
            </a:pPr>
            <a:fld id="{DAE64F43-8912-49A3-B68B-E30BAA0E6DB8}" type="slidenum">
              <a:rPr lang="ru-RU" sz="1040" b="0" u="none" strike="noStrike">
                <a:solidFill>
                  <a:srgbClr val="14B4C8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0" name="Рисунок 8"/>
          <p:cNvPicPr/>
          <p:nvPr/>
        </p:nvPicPr>
        <p:blipFill>
          <a:blip r:embed="rId2"/>
          <a:stretch/>
        </p:blipFill>
        <p:spPr>
          <a:xfrm>
            <a:off x="327240" y="6310440"/>
            <a:ext cx="1203120" cy="43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body"/>
          </p:nvPr>
        </p:nvSpPr>
        <p:spPr>
          <a:xfrm>
            <a:off x="593640" y="367272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PlaceHolder 4"/>
          <p:cNvSpPr>
            <a:spLocks noGrp="1"/>
          </p:cNvSpPr>
          <p:nvPr>
            <p:ph type="body"/>
          </p:nvPr>
        </p:nvSpPr>
        <p:spPr>
          <a:xfrm>
            <a:off x="6072120" y="1600560"/>
            <a:ext cx="5216040" cy="39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Обычный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CustomShape 1"/>
          <p:cNvSpPr/>
          <p:nvPr/>
        </p:nvSpPr>
        <p:spPr>
          <a:xfrm>
            <a:off x="0" y="233640"/>
            <a:ext cx="234000" cy="239400"/>
          </a:xfrm>
          <a:prstGeom prst="rect">
            <a:avLst/>
          </a:prstGeom>
          <a:gradFill rotWithShape="0">
            <a:gsLst>
              <a:gs pos="0">
                <a:srgbClr val="1F497D"/>
              </a:gs>
              <a:gs pos="100000">
                <a:srgbClr val="4F81BD"/>
              </a:gs>
            </a:gsLst>
            <a:lin ang="189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CustomShape 2"/>
          <p:cNvSpPr/>
          <p:nvPr/>
        </p:nvSpPr>
        <p:spPr>
          <a:xfrm>
            <a:off x="11272680" y="6412320"/>
            <a:ext cx="589680" cy="2095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6280" tIns="26280" rIns="26280" bIns="26280" anchor="ctr">
            <a:noAutofit/>
          </a:bodyPr>
          <a:p>
            <a:pPr algn="ctr">
              <a:lnSpc>
                <a:spcPct val="100000"/>
              </a:lnSpc>
            </a:pPr>
            <a:fld id="{62A4608E-524D-417E-A0C0-0402A1A6375E}" type="slidenum">
              <a:rPr lang="ru-RU" sz="1040" b="0" u="none" strike="noStrike">
                <a:solidFill>
                  <a:srgbClr val="14B4C8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7" name="Рисунок 8"/>
          <p:cNvPicPr/>
          <p:nvPr/>
        </p:nvPicPr>
        <p:blipFill>
          <a:blip r:embed="rId2"/>
          <a:stretch/>
        </p:blipFill>
        <p:spPr>
          <a:xfrm>
            <a:off x="327240" y="6310440"/>
            <a:ext cx="1203120" cy="43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5216040" cy="39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body"/>
          </p:nvPr>
        </p:nvSpPr>
        <p:spPr>
          <a:xfrm>
            <a:off x="6072120" y="160056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PlaceHolder 4"/>
          <p:cNvSpPr>
            <a:spLocks noGrp="1"/>
          </p:cNvSpPr>
          <p:nvPr>
            <p:ph type="body"/>
          </p:nvPr>
        </p:nvSpPr>
        <p:spPr>
          <a:xfrm>
            <a:off x="6072120" y="367272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Обычный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CustomShape 1"/>
          <p:cNvSpPr/>
          <p:nvPr/>
        </p:nvSpPr>
        <p:spPr>
          <a:xfrm>
            <a:off x="0" y="233640"/>
            <a:ext cx="234000" cy="239400"/>
          </a:xfrm>
          <a:prstGeom prst="rect">
            <a:avLst/>
          </a:prstGeom>
          <a:gradFill rotWithShape="0">
            <a:gsLst>
              <a:gs pos="0">
                <a:srgbClr val="1F497D"/>
              </a:gs>
              <a:gs pos="100000">
                <a:srgbClr val="4F81BD"/>
              </a:gs>
            </a:gsLst>
            <a:lin ang="189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CustomShape 2"/>
          <p:cNvSpPr/>
          <p:nvPr/>
        </p:nvSpPr>
        <p:spPr>
          <a:xfrm>
            <a:off x="11272680" y="6412320"/>
            <a:ext cx="589680" cy="2095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6280" tIns="26280" rIns="26280" bIns="26280" anchor="ctr">
            <a:noAutofit/>
          </a:bodyPr>
          <a:p>
            <a:pPr algn="ctr">
              <a:lnSpc>
                <a:spcPct val="100000"/>
              </a:lnSpc>
            </a:pPr>
            <a:fld id="{F27ED722-2AC3-48F3-BD0B-5E7F8125439E}" type="slidenum">
              <a:rPr lang="ru-RU" sz="1040" b="0" u="none" strike="noStrike">
                <a:solidFill>
                  <a:srgbClr val="14B4C8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4" name="Рисунок 8"/>
          <p:cNvPicPr/>
          <p:nvPr/>
        </p:nvPicPr>
        <p:blipFill>
          <a:blip r:embed="rId2"/>
          <a:stretch/>
        </p:blipFill>
        <p:spPr>
          <a:xfrm>
            <a:off x="327240" y="6310440"/>
            <a:ext cx="1203120" cy="43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body"/>
          </p:nvPr>
        </p:nvSpPr>
        <p:spPr>
          <a:xfrm>
            <a:off x="6072120" y="160056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PlaceHolder 4"/>
          <p:cNvSpPr>
            <a:spLocks noGrp="1"/>
          </p:cNvSpPr>
          <p:nvPr>
            <p:ph type="body"/>
          </p:nvPr>
        </p:nvSpPr>
        <p:spPr>
          <a:xfrm>
            <a:off x="593640" y="3672720"/>
            <a:ext cx="106898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Обычный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CustomShape 1"/>
          <p:cNvSpPr/>
          <p:nvPr/>
        </p:nvSpPr>
        <p:spPr>
          <a:xfrm>
            <a:off x="0" y="233640"/>
            <a:ext cx="234000" cy="239400"/>
          </a:xfrm>
          <a:prstGeom prst="rect">
            <a:avLst/>
          </a:prstGeom>
          <a:gradFill rotWithShape="0">
            <a:gsLst>
              <a:gs pos="0">
                <a:srgbClr val="1F497D"/>
              </a:gs>
              <a:gs pos="100000">
                <a:srgbClr val="4F81BD"/>
              </a:gs>
            </a:gsLst>
            <a:lin ang="189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CustomShape 2"/>
          <p:cNvSpPr/>
          <p:nvPr/>
        </p:nvSpPr>
        <p:spPr>
          <a:xfrm>
            <a:off x="11272680" y="6412320"/>
            <a:ext cx="589680" cy="2095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6280" tIns="26280" rIns="26280" bIns="26280" anchor="ctr">
            <a:noAutofit/>
          </a:bodyPr>
          <a:p>
            <a:pPr algn="ctr">
              <a:lnSpc>
                <a:spcPct val="100000"/>
              </a:lnSpc>
            </a:pPr>
            <a:fld id="{76515C0B-987E-4FA8-9CA4-CAE14A442338}" type="slidenum">
              <a:rPr lang="ru-RU" sz="1040" b="0" u="none" strike="noStrike">
                <a:solidFill>
                  <a:srgbClr val="14B4C8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1" name="Рисунок 8"/>
          <p:cNvPicPr/>
          <p:nvPr/>
        </p:nvPicPr>
        <p:blipFill>
          <a:blip r:embed="rId2"/>
          <a:stretch/>
        </p:blipFill>
        <p:spPr>
          <a:xfrm>
            <a:off x="327240" y="6310440"/>
            <a:ext cx="1203120" cy="43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106898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PlaceHolder 3"/>
          <p:cNvSpPr>
            <a:spLocks noGrp="1"/>
          </p:cNvSpPr>
          <p:nvPr>
            <p:ph type="body"/>
          </p:nvPr>
        </p:nvSpPr>
        <p:spPr>
          <a:xfrm>
            <a:off x="593640" y="3672720"/>
            <a:ext cx="106898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Обычный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CustomShape 1"/>
          <p:cNvSpPr/>
          <p:nvPr/>
        </p:nvSpPr>
        <p:spPr>
          <a:xfrm>
            <a:off x="0" y="233640"/>
            <a:ext cx="234000" cy="239400"/>
          </a:xfrm>
          <a:prstGeom prst="rect">
            <a:avLst/>
          </a:prstGeom>
          <a:gradFill rotWithShape="0">
            <a:gsLst>
              <a:gs pos="0">
                <a:srgbClr val="1F497D"/>
              </a:gs>
              <a:gs pos="100000">
                <a:srgbClr val="4F81BD"/>
              </a:gs>
            </a:gsLst>
            <a:lin ang="189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CustomShape 2"/>
          <p:cNvSpPr/>
          <p:nvPr/>
        </p:nvSpPr>
        <p:spPr>
          <a:xfrm>
            <a:off x="11272680" y="6412320"/>
            <a:ext cx="589680" cy="2095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6280" tIns="26280" rIns="26280" bIns="26280" anchor="ctr">
            <a:noAutofit/>
          </a:bodyPr>
          <a:p>
            <a:pPr algn="ctr">
              <a:lnSpc>
                <a:spcPct val="100000"/>
              </a:lnSpc>
            </a:pPr>
            <a:fld id="{7D83ECD4-3219-495E-B84C-89D4D8A2C707}" type="slidenum">
              <a:rPr lang="ru-RU" sz="1040" b="0" u="none" strike="noStrike">
                <a:solidFill>
                  <a:srgbClr val="14B4C8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7" name="Рисунок 8"/>
          <p:cNvPicPr/>
          <p:nvPr/>
        </p:nvPicPr>
        <p:blipFill>
          <a:blip r:embed="rId2"/>
          <a:stretch/>
        </p:blipFill>
        <p:spPr>
          <a:xfrm>
            <a:off x="327240" y="6310440"/>
            <a:ext cx="1203120" cy="43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PlaceHolder 3"/>
          <p:cNvSpPr>
            <a:spLocks noGrp="1"/>
          </p:cNvSpPr>
          <p:nvPr>
            <p:ph type="body"/>
          </p:nvPr>
        </p:nvSpPr>
        <p:spPr>
          <a:xfrm>
            <a:off x="6072120" y="160056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PlaceHolder 4"/>
          <p:cNvSpPr>
            <a:spLocks noGrp="1"/>
          </p:cNvSpPr>
          <p:nvPr>
            <p:ph type="body"/>
          </p:nvPr>
        </p:nvSpPr>
        <p:spPr>
          <a:xfrm>
            <a:off x="6072120" y="367272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PlaceHolder 5"/>
          <p:cNvSpPr>
            <a:spLocks noGrp="1"/>
          </p:cNvSpPr>
          <p:nvPr>
            <p:ph type="body"/>
          </p:nvPr>
        </p:nvSpPr>
        <p:spPr>
          <a:xfrm>
            <a:off x="593640" y="367272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Обычный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Рисунок 7"/>
          <p:cNvPicPr/>
          <p:nvPr/>
        </p:nvPicPr>
        <p:blipFill>
          <a:blip r:embed="rId2"/>
          <a:srcRect l="56379" t="0" r="0" b="0"/>
          <a:stretch/>
        </p:blipFill>
        <p:spPr>
          <a:xfrm>
            <a:off x="6697440" y="0"/>
            <a:ext cx="5179320" cy="683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4" name="CustomShape 1"/>
          <p:cNvSpPr/>
          <p:nvPr/>
        </p:nvSpPr>
        <p:spPr>
          <a:xfrm>
            <a:off x="6706800" y="0"/>
            <a:ext cx="5169960" cy="6852600"/>
          </a:xfrm>
          <a:prstGeom prst="rect">
            <a:avLst/>
          </a:prstGeom>
          <a:gradFill rotWithShape="0">
            <a:gsLst>
              <a:gs pos="11000">
                <a:srgbClr val="1F497D">
                  <a:alpha val="60000"/>
                </a:srgbClr>
              </a:gs>
              <a:gs pos="100000">
                <a:srgbClr val="4F81BD">
                  <a:alpha val="60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CustomShape 2"/>
          <p:cNvSpPr/>
          <p:nvPr/>
        </p:nvSpPr>
        <p:spPr>
          <a:xfrm>
            <a:off x="0" y="2273040"/>
            <a:ext cx="132120" cy="2201040"/>
          </a:xfrm>
          <a:prstGeom prst="rect">
            <a:avLst/>
          </a:prstGeom>
          <a:gradFill rotWithShape="0">
            <a:gsLst>
              <a:gs pos="0">
                <a:srgbClr val="243F90"/>
              </a:gs>
              <a:gs pos="100000">
                <a:srgbClr val="14B4C9"/>
              </a:gs>
            </a:gsLst>
            <a:lin ang="189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66240" tIns="45000" rIns="6624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6" name="Рисунок 10"/>
          <p:cNvPicPr/>
          <p:nvPr/>
        </p:nvPicPr>
        <p:blipFill>
          <a:blip r:embed="rId3"/>
          <a:stretch/>
        </p:blipFill>
        <p:spPr>
          <a:xfrm>
            <a:off x="10962000" y="211320"/>
            <a:ext cx="735120" cy="28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PlaceHolder 3"/>
          <p:cNvSpPr>
            <a:spLocks noGrp="1"/>
          </p:cNvSpPr>
          <p:nvPr>
            <p:ph type="body"/>
          </p:nvPr>
        </p:nvSpPr>
        <p:spPr>
          <a:xfrm>
            <a:off x="6072120" y="160056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PlaceHolder 4"/>
          <p:cNvSpPr>
            <a:spLocks noGrp="1"/>
          </p:cNvSpPr>
          <p:nvPr>
            <p:ph type="body"/>
          </p:nvPr>
        </p:nvSpPr>
        <p:spPr>
          <a:xfrm>
            <a:off x="6072120" y="367272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PlaceHolder 5"/>
          <p:cNvSpPr>
            <a:spLocks noGrp="1"/>
          </p:cNvSpPr>
          <p:nvPr>
            <p:ph type="body"/>
          </p:nvPr>
        </p:nvSpPr>
        <p:spPr>
          <a:xfrm>
            <a:off x="593640" y="367272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Рисунок 7"/>
          <p:cNvPicPr/>
          <p:nvPr/>
        </p:nvPicPr>
        <p:blipFill>
          <a:blip r:embed="rId2"/>
          <a:srcRect l="56379" t="0" r="0" b="0"/>
          <a:stretch/>
        </p:blipFill>
        <p:spPr>
          <a:xfrm>
            <a:off x="6697440" y="0"/>
            <a:ext cx="5179320" cy="683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3" name="CustomShape 1"/>
          <p:cNvSpPr/>
          <p:nvPr/>
        </p:nvSpPr>
        <p:spPr>
          <a:xfrm>
            <a:off x="6706800" y="0"/>
            <a:ext cx="5169960" cy="6852600"/>
          </a:xfrm>
          <a:prstGeom prst="rect">
            <a:avLst/>
          </a:prstGeom>
          <a:gradFill rotWithShape="0">
            <a:gsLst>
              <a:gs pos="11000">
                <a:srgbClr val="1F497D">
                  <a:alpha val="60000"/>
                </a:srgbClr>
              </a:gs>
              <a:gs pos="100000">
                <a:srgbClr val="4F81BD">
                  <a:alpha val="60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CustomShape 2"/>
          <p:cNvSpPr/>
          <p:nvPr/>
        </p:nvSpPr>
        <p:spPr>
          <a:xfrm>
            <a:off x="0" y="2273040"/>
            <a:ext cx="132120" cy="2201040"/>
          </a:xfrm>
          <a:prstGeom prst="rect">
            <a:avLst/>
          </a:prstGeom>
          <a:gradFill rotWithShape="0">
            <a:gsLst>
              <a:gs pos="0">
                <a:srgbClr val="243F90"/>
              </a:gs>
              <a:gs pos="100000">
                <a:srgbClr val="14B4C9"/>
              </a:gs>
            </a:gsLst>
            <a:lin ang="189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66240" tIns="45000" rIns="6624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5" name="Рисунок 10"/>
          <p:cNvPicPr/>
          <p:nvPr/>
        </p:nvPicPr>
        <p:blipFill>
          <a:blip r:embed="rId3"/>
          <a:stretch/>
        </p:blipFill>
        <p:spPr>
          <a:xfrm>
            <a:off x="10962000" y="211320"/>
            <a:ext cx="735120" cy="28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10689840" cy="39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body"/>
          </p:nvPr>
        </p:nvSpPr>
        <p:spPr>
          <a:xfrm>
            <a:off x="593640" y="1600560"/>
            <a:ext cx="10689840" cy="39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9" name=""/>
          <p:cNvPicPr/>
          <p:nvPr/>
        </p:nvPicPr>
        <p:blipFill>
          <a:blip r:embed="rId4"/>
          <a:stretch/>
        </p:blipFill>
        <p:spPr>
          <a:xfrm>
            <a:off x="3453120" y="1600200"/>
            <a:ext cx="4970520" cy="3965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0" name=""/>
          <p:cNvPicPr/>
          <p:nvPr/>
        </p:nvPicPr>
        <p:blipFill>
          <a:blip r:embed="rId5"/>
          <a:stretch/>
        </p:blipFill>
        <p:spPr>
          <a:xfrm>
            <a:off x="3453120" y="1600200"/>
            <a:ext cx="4970520" cy="39657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Рисунок 7"/>
          <p:cNvPicPr/>
          <p:nvPr/>
        </p:nvPicPr>
        <p:blipFill>
          <a:blip r:embed="rId2"/>
          <a:srcRect l="56379" t="0" r="0" b="0"/>
          <a:stretch/>
        </p:blipFill>
        <p:spPr>
          <a:xfrm>
            <a:off x="6697440" y="0"/>
            <a:ext cx="5179320" cy="683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2" name="CustomShape 1"/>
          <p:cNvSpPr/>
          <p:nvPr/>
        </p:nvSpPr>
        <p:spPr>
          <a:xfrm>
            <a:off x="6706800" y="0"/>
            <a:ext cx="5169960" cy="6852600"/>
          </a:xfrm>
          <a:prstGeom prst="rect">
            <a:avLst/>
          </a:prstGeom>
          <a:gradFill rotWithShape="0">
            <a:gsLst>
              <a:gs pos="11000">
                <a:srgbClr val="1F497D">
                  <a:alpha val="60000"/>
                </a:srgbClr>
              </a:gs>
              <a:gs pos="100000">
                <a:srgbClr val="4F81BD">
                  <a:alpha val="60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CustomShape 2"/>
          <p:cNvSpPr/>
          <p:nvPr/>
        </p:nvSpPr>
        <p:spPr>
          <a:xfrm>
            <a:off x="0" y="2273040"/>
            <a:ext cx="132120" cy="2201040"/>
          </a:xfrm>
          <a:prstGeom prst="rect">
            <a:avLst/>
          </a:prstGeom>
          <a:gradFill rotWithShape="0">
            <a:gsLst>
              <a:gs pos="0">
                <a:srgbClr val="243F90"/>
              </a:gs>
              <a:gs pos="100000">
                <a:srgbClr val="14B4C9"/>
              </a:gs>
            </a:gsLst>
            <a:lin ang="189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66240" tIns="45000" rIns="6624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4" name="Рисунок 10"/>
          <p:cNvPicPr/>
          <p:nvPr/>
        </p:nvPicPr>
        <p:blipFill>
          <a:blip r:embed="rId3"/>
          <a:stretch/>
        </p:blipFill>
        <p:spPr>
          <a:xfrm>
            <a:off x="10962000" y="211320"/>
            <a:ext cx="735120" cy="28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593640" y="272880"/>
            <a:ext cx="10690200" cy="114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10690200" cy="396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Рисунок 7"/>
          <p:cNvPicPr/>
          <p:nvPr/>
        </p:nvPicPr>
        <p:blipFill>
          <a:blip r:embed="rId2"/>
          <a:srcRect l="56379" t="0" r="0" b="0"/>
          <a:stretch/>
        </p:blipFill>
        <p:spPr>
          <a:xfrm>
            <a:off x="6697440" y="0"/>
            <a:ext cx="5179320" cy="683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8" name="CustomShape 1"/>
          <p:cNvSpPr/>
          <p:nvPr/>
        </p:nvSpPr>
        <p:spPr>
          <a:xfrm>
            <a:off x="6706800" y="0"/>
            <a:ext cx="5169960" cy="6852600"/>
          </a:xfrm>
          <a:prstGeom prst="rect">
            <a:avLst/>
          </a:prstGeom>
          <a:gradFill rotWithShape="0">
            <a:gsLst>
              <a:gs pos="11000">
                <a:srgbClr val="1F497D">
                  <a:alpha val="60000"/>
                </a:srgbClr>
              </a:gs>
              <a:gs pos="100000">
                <a:srgbClr val="4F81BD">
                  <a:alpha val="60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CustomShape 2"/>
          <p:cNvSpPr/>
          <p:nvPr/>
        </p:nvSpPr>
        <p:spPr>
          <a:xfrm>
            <a:off x="0" y="2273040"/>
            <a:ext cx="132120" cy="2201040"/>
          </a:xfrm>
          <a:prstGeom prst="rect">
            <a:avLst/>
          </a:prstGeom>
          <a:gradFill rotWithShape="0">
            <a:gsLst>
              <a:gs pos="0">
                <a:srgbClr val="243F90"/>
              </a:gs>
              <a:gs pos="100000">
                <a:srgbClr val="14B4C9"/>
              </a:gs>
            </a:gsLst>
            <a:lin ang="189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66240" tIns="45000" rIns="6624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0" name="Рисунок 10"/>
          <p:cNvPicPr/>
          <p:nvPr/>
        </p:nvPicPr>
        <p:blipFill>
          <a:blip r:embed="rId3"/>
          <a:stretch/>
        </p:blipFill>
        <p:spPr>
          <a:xfrm>
            <a:off x="10962000" y="211320"/>
            <a:ext cx="735120" cy="28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Обычный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Рисунок 7"/>
          <p:cNvPicPr/>
          <p:nvPr/>
        </p:nvPicPr>
        <p:blipFill>
          <a:blip r:embed="rId2"/>
          <a:srcRect l="56379" t="0" r="0" b="0"/>
          <a:stretch/>
        </p:blipFill>
        <p:spPr>
          <a:xfrm>
            <a:off x="6697440" y="0"/>
            <a:ext cx="5179320" cy="683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3" name="CustomShape 1"/>
          <p:cNvSpPr/>
          <p:nvPr/>
        </p:nvSpPr>
        <p:spPr>
          <a:xfrm>
            <a:off x="6706800" y="0"/>
            <a:ext cx="5169960" cy="6852600"/>
          </a:xfrm>
          <a:prstGeom prst="rect">
            <a:avLst/>
          </a:prstGeom>
          <a:gradFill rotWithShape="0">
            <a:gsLst>
              <a:gs pos="11000">
                <a:srgbClr val="1F497D">
                  <a:alpha val="60000"/>
                </a:srgbClr>
              </a:gs>
              <a:gs pos="100000">
                <a:srgbClr val="4F81BD">
                  <a:alpha val="60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CustomShape 2"/>
          <p:cNvSpPr/>
          <p:nvPr/>
        </p:nvSpPr>
        <p:spPr>
          <a:xfrm>
            <a:off x="0" y="2273040"/>
            <a:ext cx="132120" cy="2201040"/>
          </a:xfrm>
          <a:prstGeom prst="rect">
            <a:avLst/>
          </a:prstGeom>
          <a:gradFill rotWithShape="0">
            <a:gsLst>
              <a:gs pos="0">
                <a:srgbClr val="243F90"/>
              </a:gs>
              <a:gs pos="100000">
                <a:srgbClr val="14B4C9"/>
              </a:gs>
            </a:gsLst>
            <a:lin ang="189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66240" tIns="45000" rIns="6624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5" name="Рисунок 10"/>
          <p:cNvPicPr/>
          <p:nvPr/>
        </p:nvPicPr>
        <p:blipFill>
          <a:blip r:embed="rId3"/>
          <a:stretch/>
        </p:blipFill>
        <p:spPr>
          <a:xfrm>
            <a:off x="10962000" y="211320"/>
            <a:ext cx="735120" cy="28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6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10689840" cy="39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Рисунок 7"/>
          <p:cNvPicPr/>
          <p:nvPr/>
        </p:nvPicPr>
        <p:blipFill>
          <a:blip r:embed="rId2"/>
          <a:srcRect l="56379" t="0" r="0" b="0"/>
          <a:stretch/>
        </p:blipFill>
        <p:spPr>
          <a:xfrm>
            <a:off x="6697440" y="0"/>
            <a:ext cx="5179320" cy="683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9" name="CustomShape 1"/>
          <p:cNvSpPr/>
          <p:nvPr/>
        </p:nvSpPr>
        <p:spPr>
          <a:xfrm>
            <a:off x="6706800" y="0"/>
            <a:ext cx="5169960" cy="6852600"/>
          </a:xfrm>
          <a:prstGeom prst="rect">
            <a:avLst/>
          </a:prstGeom>
          <a:gradFill rotWithShape="0">
            <a:gsLst>
              <a:gs pos="11000">
                <a:srgbClr val="1F497D">
                  <a:alpha val="60000"/>
                </a:srgbClr>
              </a:gs>
              <a:gs pos="100000">
                <a:srgbClr val="4F81BD">
                  <a:alpha val="60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CustomShape 2"/>
          <p:cNvSpPr/>
          <p:nvPr/>
        </p:nvSpPr>
        <p:spPr>
          <a:xfrm>
            <a:off x="0" y="2273040"/>
            <a:ext cx="132120" cy="2201040"/>
          </a:xfrm>
          <a:prstGeom prst="rect">
            <a:avLst/>
          </a:prstGeom>
          <a:gradFill rotWithShape="0">
            <a:gsLst>
              <a:gs pos="0">
                <a:srgbClr val="243F90"/>
              </a:gs>
              <a:gs pos="100000">
                <a:srgbClr val="14B4C9"/>
              </a:gs>
            </a:gsLst>
            <a:lin ang="189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66240" tIns="45000" rIns="6624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1" name="Рисунок 10"/>
          <p:cNvPicPr/>
          <p:nvPr/>
        </p:nvPicPr>
        <p:blipFill>
          <a:blip r:embed="rId3"/>
          <a:stretch/>
        </p:blipFill>
        <p:spPr>
          <a:xfrm>
            <a:off x="10962000" y="211320"/>
            <a:ext cx="735120" cy="28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2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5216040" cy="39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 type="body"/>
          </p:nvPr>
        </p:nvSpPr>
        <p:spPr>
          <a:xfrm>
            <a:off x="6072120" y="1600560"/>
            <a:ext cx="5216040" cy="39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Обычный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Рисунок 7"/>
          <p:cNvPicPr/>
          <p:nvPr/>
        </p:nvPicPr>
        <p:blipFill>
          <a:blip r:embed="rId2"/>
          <a:srcRect l="56379" t="0" r="0" b="0"/>
          <a:stretch/>
        </p:blipFill>
        <p:spPr>
          <a:xfrm>
            <a:off x="6697440" y="0"/>
            <a:ext cx="5179320" cy="683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6" name="CustomShape 1"/>
          <p:cNvSpPr/>
          <p:nvPr/>
        </p:nvSpPr>
        <p:spPr>
          <a:xfrm>
            <a:off x="6706800" y="0"/>
            <a:ext cx="5169960" cy="6852600"/>
          </a:xfrm>
          <a:prstGeom prst="rect">
            <a:avLst/>
          </a:prstGeom>
          <a:gradFill rotWithShape="0">
            <a:gsLst>
              <a:gs pos="11000">
                <a:srgbClr val="1F497D">
                  <a:alpha val="60000"/>
                </a:srgbClr>
              </a:gs>
              <a:gs pos="100000">
                <a:srgbClr val="4F81BD">
                  <a:alpha val="60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CustomShape 2"/>
          <p:cNvSpPr/>
          <p:nvPr/>
        </p:nvSpPr>
        <p:spPr>
          <a:xfrm>
            <a:off x="0" y="2273040"/>
            <a:ext cx="132120" cy="2201040"/>
          </a:xfrm>
          <a:prstGeom prst="rect">
            <a:avLst/>
          </a:prstGeom>
          <a:gradFill rotWithShape="0">
            <a:gsLst>
              <a:gs pos="0">
                <a:srgbClr val="243F90"/>
              </a:gs>
              <a:gs pos="100000">
                <a:srgbClr val="14B4C9"/>
              </a:gs>
            </a:gsLst>
            <a:lin ang="189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66240" tIns="45000" rIns="6624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8" name="Рисунок 10"/>
          <p:cNvPicPr/>
          <p:nvPr/>
        </p:nvPicPr>
        <p:blipFill>
          <a:blip r:embed="rId3"/>
          <a:stretch/>
        </p:blipFill>
        <p:spPr>
          <a:xfrm>
            <a:off x="10962000" y="211320"/>
            <a:ext cx="735120" cy="28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9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Обычный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Рисунок 7"/>
          <p:cNvPicPr/>
          <p:nvPr/>
        </p:nvPicPr>
        <p:blipFill>
          <a:blip r:embed="rId2"/>
          <a:srcRect l="56379" t="0" r="0" b="0"/>
          <a:stretch/>
        </p:blipFill>
        <p:spPr>
          <a:xfrm>
            <a:off x="6697440" y="0"/>
            <a:ext cx="5179320" cy="683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1" name="CustomShape 1"/>
          <p:cNvSpPr/>
          <p:nvPr/>
        </p:nvSpPr>
        <p:spPr>
          <a:xfrm>
            <a:off x="6706800" y="0"/>
            <a:ext cx="5169960" cy="6852600"/>
          </a:xfrm>
          <a:prstGeom prst="rect">
            <a:avLst/>
          </a:prstGeom>
          <a:gradFill rotWithShape="0">
            <a:gsLst>
              <a:gs pos="11000">
                <a:srgbClr val="1F497D">
                  <a:alpha val="60000"/>
                </a:srgbClr>
              </a:gs>
              <a:gs pos="100000">
                <a:srgbClr val="4F81BD">
                  <a:alpha val="60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CustomShape 2"/>
          <p:cNvSpPr/>
          <p:nvPr/>
        </p:nvSpPr>
        <p:spPr>
          <a:xfrm>
            <a:off x="0" y="2273040"/>
            <a:ext cx="132120" cy="2201040"/>
          </a:xfrm>
          <a:prstGeom prst="rect">
            <a:avLst/>
          </a:prstGeom>
          <a:gradFill rotWithShape="0">
            <a:gsLst>
              <a:gs pos="0">
                <a:srgbClr val="243F90"/>
              </a:gs>
              <a:gs pos="100000">
                <a:srgbClr val="14B4C9"/>
              </a:gs>
            </a:gsLst>
            <a:lin ang="189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66240" tIns="45000" rIns="6624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3" name="Рисунок 10"/>
          <p:cNvPicPr/>
          <p:nvPr/>
        </p:nvPicPr>
        <p:blipFill>
          <a:blip r:embed="rId3"/>
          <a:stretch/>
        </p:blipFill>
        <p:spPr>
          <a:xfrm>
            <a:off x="10962000" y="211320"/>
            <a:ext cx="735120" cy="2815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Обычный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Рисунок 7"/>
          <p:cNvPicPr/>
          <p:nvPr/>
        </p:nvPicPr>
        <p:blipFill>
          <a:blip r:embed="rId2"/>
          <a:srcRect l="56379" t="0" r="0" b="0"/>
          <a:stretch/>
        </p:blipFill>
        <p:spPr>
          <a:xfrm>
            <a:off x="6697440" y="0"/>
            <a:ext cx="5179320" cy="683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5" name="CustomShape 1"/>
          <p:cNvSpPr/>
          <p:nvPr/>
        </p:nvSpPr>
        <p:spPr>
          <a:xfrm>
            <a:off x="6706800" y="0"/>
            <a:ext cx="5169960" cy="6852600"/>
          </a:xfrm>
          <a:prstGeom prst="rect">
            <a:avLst/>
          </a:prstGeom>
          <a:gradFill rotWithShape="0">
            <a:gsLst>
              <a:gs pos="11000">
                <a:srgbClr val="1F497D">
                  <a:alpha val="60000"/>
                </a:srgbClr>
              </a:gs>
              <a:gs pos="100000">
                <a:srgbClr val="4F81BD">
                  <a:alpha val="60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CustomShape 2"/>
          <p:cNvSpPr/>
          <p:nvPr/>
        </p:nvSpPr>
        <p:spPr>
          <a:xfrm>
            <a:off x="0" y="2273040"/>
            <a:ext cx="132120" cy="2201040"/>
          </a:xfrm>
          <a:prstGeom prst="rect">
            <a:avLst/>
          </a:prstGeom>
          <a:gradFill rotWithShape="0">
            <a:gsLst>
              <a:gs pos="0">
                <a:srgbClr val="243F90"/>
              </a:gs>
              <a:gs pos="100000">
                <a:srgbClr val="14B4C9"/>
              </a:gs>
            </a:gsLst>
            <a:lin ang="189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66240" tIns="45000" rIns="6624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7" name="Рисунок 10"/>
          <p:cNvPicPr/>
          <p:nvPr/>
        </p:nvPicPr>
        <p:blipFill>
          <a:blip r:embed="rId3"/>
          <a:stretch/>
        </p:blipFill>
        <p:spPr>
          <a:xfrm>
            <a:off x="10962000" y="211320"/>
            <a:ext cx="735120" cy="28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8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 type="body"/>
          </p:nvPr>
        </p:nvSpPr>
        <p:spPr>
          <a:xfrm>
            <a:off x="593640" y="367272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PlaceHolder 4"/>
          <p:cNvSpPr>
            <a:spLocks noGrp="1"/>
          </p:cNvSpPr>
          <p:nvPr>
            <p:ph type="body"/>
          </p:nvPr>
        </p:nvSpPr>
        <p:spPr>
          <a:xfrm>
            <a:off x="6072120" y="1600560"/>
            <a:ext cx="5216040" cy="39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Обычный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Рисунок 7"/>
          <p:cNvPicPr/>
          <p:nvPr/>
        </p:nvPicPr>
        <p:blipFill>
          <a:blip r:embed="rId2"/>
          <a:srcRect l="56379" t="0" r="0" b="0"/>
          <a:stretch/>
        </p:blipFill>
        <p:spPr>
          <a:xfrm>
            <a:off x="6697440" y="0"/>
            <a:ext cx="5179320" cy="683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3" name="CustomShape 1"/>
          <p:cNvSpPr/>
          <p:nvPr/>
        </p:nvSpPr>
        <p:spPr>
          <a:xfrm>
            <a:off x="6706800" y="0"/>
            <a:ext cx="5169960" cy="6852600"/>
          </a:xfrm>
          <a:prstGeom prst="rect">
            <a:avLst/>
          </a:prstGeom>
          <a:gradFill rotWithShape="0">
            <a:gsLst>
              <a:gs pos="11000">
                <a:srgbClr val="1F497D">
                  <a:alpha val="60000"/>
                </a:srgbClr>
              </a:gs>
              <a:gs pos="100000">
                <a:srgbClr val="4F81BD">
                  <a:alpha val="60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CustomShape 2"/>
          <p:cNvSpPr/>
          <p:nvPr/>
        </p:nvSpPr>
        <p:spPr>
          <a:xfrm>
            <a:off x="0" y="2273040"/>
            <a:ext cx="132120" cy="2201040"/>
          </a:xfrm>
          <a:prstGeom prst="rect">
            <a:avLst/>
          </a:prstGeom>
          <a:gradFill rotWithShape="0">
            <a:gsLst>
              <a:gs pos="0">
                <a:srgbClr val="243F90"/>
              </a:gs>
              <a:gs pos="100000">
                <a:srgbClr val="14B4C9"/>
              </a:gs>
            </a:gsLst>
            <a:lin ang="189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66240" tIns="45000" rIns="6624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5" name="Рисунок 10"/>
          <p:cNvPicPr/>
          <p:nvPr/>
        </p:nvPicPr>
        <p:blipFill>
          <a:blip r:embed="rId3"/>
          <a:stretch/>
        </p:blipFill>
        <p:spPr>
          <a:xfrm>
            <a:off x="10962000" y="211320"/>
            <a:ext cx="735120" cy="28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6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5216040" cy="39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 type="body"/>
          </p:nvPr>
        </p:nvSpPr>
        <p:spPr>
          <a:xfrm>
            <a:off x="6072120" y="160056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PlaceHolder 4"/>
          <p:cNvSpPr>
            <a:spLocks noGrp="1"/>
          </p:cNvSpPr>
          <p:nvPr>
            <p:ph type="body"/>
          </p:nvPr>
        </p:nvSpPr>
        <p:spPr>
          <a:xfrm>
            <a:off x="6072120" y="367272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Обычный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Рисунок 7"/>
          <p:cNvPicPr/>
          <p:nvPr/>
        </p:nvPicPr>
        <p:blipFill>
          <a:blip r:embed="rId2"/>
          <a:srcRect l="56379" t="0" r="0" b="0"/>
          <a:stretch/>
        </p:blipFill>
        <p:spPr>
          <a:xfrm>
            <a:off x="6697440" y="0"/>
            <a:ext cx="5179320" cy="683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1" name="CustomShape 1"/>
          <p:cNvSpPr/>
          <p:nvPr/>
        </p:nvSpPr>
        <p:spPr>
          <a:xfrm>
            <a:off x="6706800" y="0"/>
            <a:ext cx="5169960" cy="6852600"/>
          </a:xfrm>
          <a:prstGeom prst="rect">
            <a:avLst/>
          </a:prstGeom>
          <a:gradFill rotWithShape="0">
            <a:gsLst>
              <a:gs pos="11000">
                <a:srgbClr val="1F497D">
                  <a:alpha val="60000"/>
                </a:srgbClr>
              </a:gs>
              <a:gs pos="100000">
                <a:srgbClr val="4F81BD">
                  <a:alpha val="60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CustomShape 2"/>
          <p:cNvSpPr/>
          <p:nvPr/>
        </p:nvSpPr>
        <p:spPr>
          <a:xfrm>
            <a:off x="0" y="2273040"/>
            <a:ext cx="132120" cy="2201040"/>
          </a:xfrm>
          <a:prstGeom prst="rect">
            <a:avLst/>
          </a:prstGeom>
          <a:gradFill rotWithShape="0">
            <a:gsLst>
              <a:gs pos="0">
                <a:srgbClr val="243F90"/>
              </a:gs>
              <a:gs pos="100000">
                <a:srgbClr val="14B4C9"/>
              </a:gs>
            </a:gsLst>
            <a:lin ang="189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66240" tIns="45000" rIns="6624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3" name="Рисунок 10"/>
          <p:cNvPicPr/>
          <p:nvPr/>
        </p:nvPicPr>
        <p:blipFill>
          <a:blip r:embed="rId3"/>
          <a:stretch/>
        </p:blipFill>
        <p:spPr>
          <a:xfrm>
            <a:off x="10962000" y="211320"/>
            <a:ext cx="735120" cy="28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4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PlaceHolder 3"/>
          <p:cNvSpPr>
            <a:spLocks noGrp="1"/>
          </p:cNvSpPr>
          <p:nvPr>
            <p:ph type="body"/>
          </p:nvPr>
        </p:nvSpPr>
        <p:spPr>
          <a:xfrm>
            <a:off x="6072120" y="160056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PlaceHolder 4"/>
          <p:cNvSpPr>
            <a:spLocks noGrp="1"/>
          </p:cNvSpPr>
          <p:nvPr>
            <p:ph type="body"/>
          </p:nvPr>
        </p:nvSpPr>
        <p:spPr>
          <a:xfrm>
            <a:off x="593640" y="3672720"/>
            <a:ext cx="106898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Обычный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Рисунок 7"/>
          <p:cNvPicPr/>
          <p:nvPr/>
        </p:nvPicPr>
        <p:blipFill>
          <a:blip r:embed="rId2"/>
          <a:srcRect l="56379" t="0" r="0" b="0"/>
          <a:stretch/>
        </p:blipFill>
        <p:spPr>
          <a:xfrm>
            <a:off x="6697440" y="0"/>
            <a:ext cx="5179320" cy="683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9" name="CustomShape 1"/>
          <p:cNvSpPr/>
          <p:nvPr/>
        </p:nvSpPr>
        <p:spPr>
          <a:xfrm>
            <a:off x="6706800" y="0"/>
            <a:ext cx="5169960" cy="6852600"/>
          </a:xfrm>
          <a:prstGeom prst="rect">
            <a:avLst/>
          </a:prstGeom>
          <a:gradFill rotWithShape="0">
            <a:gsLst>
              <a:gs pos="11000">
                <a:srgbClr val="1F497D">
                  <a:alpha val="60000"/>
                </a:srgbClr>
              </a:gs>
              <a:gs pos="100000">
                <a:srgbClr val="4F81BD">
                  <a:alpha val="60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CustomShape 2"/>
          <p:cNvSpPr/>
          <p:nvPr/>
        </p:nvSpPr>
        <p:spPr>
          <a:xfrm>
            <a:off x="0" y="2273040"/>
            <a:ext cx="132120" cy="2201040"/>
          </a:xfrm>
          <a:prstGeom prst="rect">
            <a:avLst/>
          </a:prstGeom>
          <a:gradFill rotWithShape="0">
            <a:gsLst>
              <a:gs pos="0">
                <a:srgbClr val="243F90"/>
              </a:gs>
              <a:gs pos="100000">
                <a:srgbClr val="14B4C9"/>
              </a:gs>
            </a:gsLst>
            <a:lin ang="189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66240" tIns="45000" rIns="6624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1" name="Рисунок 10"/>
          <p:cNvPicPr/>
          <p:nvPr/>
        </p:nvPicPr>
        <p:blipFill>
          <a:blip r:embed="rId3"/>
          <a:stretch/>
        </p:blipFill>
        <p:spPr>
          <a:xfrm>
            <a:off x="10962000" y="211320"/>
            <a:ext cx="735120" cy="28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2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106898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PlaceHolder 3"/>
          <p:cNvSpPr>
            <a:spLocks noGrp="1"/>
          </p:cNvSpPr>
          <p:nvPr>
            <p:ph type="body"/>
          </p:nvPr>
        </p:nvSpPr>
        <p:spPr>
          <a:xfrm>
            <a:off x="593640" y="3672720"/>
            <a:ext cx="106898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Обычный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Рисунок 19"/>
          <p:cNvPicPr/>
          <p:nvPr/>
        </p:nvPicPr>
        <p:blipFill>
          <a:blip r:embed="rId2"/>
          <a:stretch/>
        </p:blipFill>
        <p:spPr>
          <a:xfrm>
            <a:off x="0" y="0"/>
            <a:ext cx="11876760" cy="683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6" name="CustomShape 1"/>
          <p:cNvSpPr/>
          <p:nvPr/>
        </p:nvSpPr>
        <p:spPr>
          <a:xfrm>
            <a:off x="0" y="0"/>
            <a:ext cx="11876760" cy="6837840"/>
          </a:xfrm>
          <a:prstGeom prst="rect">
            <a:avLst/>
          </a:prstGeom>
          <a:gradFill rotWithShape="0">
            <a:gsLst>
              <a:gs pos="23000">
                <a:srgbClr val="1F497D">
                  <a:alpha val="60000"/>
                </a:srgbClr>
              </a:gs>
              <a:gs pos="100000">
                <a:srgbClr val="1F497D">
                  <a:alpha val="46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CustomShape 2"/>
          <p:cNvSpPr/>
          <p:nvPr/>
        </p:nvSpPr>
        <p:spPr>
          <a:xfrm>
            <a:off x="0" y="607320"/>
            <a:ext cx="151560" cy="1177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75960" tIns="45000" rIns="7596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8" name="Рисунок 22"/>
          <p:cNvPicPr/>
          <p:nvPr/>
        </p:nvPicPr>
        <p:blipFill>
          <a:blip r:embed="rId3"/>
          <a:stretch/>
        </p:blipFill>
        <p:spPr>
          <a:xfrm>
            <a:off x="609120" y="5953680"/>
            <a:ext cx="1841400" cy="67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9" name="CustomShape 3"/>
          <p:cNvSpPr/>
          <p:nvPr/>
        </p:nvSpPr>
        <p:spPr>
          <a:xfrm>
            <a:off x="3522600" y="6050160"/>
            <a:ext cx="166032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ru-RU" sz="117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www.ibs-training.ru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CustomShape 4"/>
          <p:cNvSpPr/>
          <p:nvPr/>
        </p:nvSpPr>
        <p:spPr>
          <a:xfrm>
            <a:off x="6052320" y="6050160"/>
            <a:ext cx="203616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ru-RU" sz="117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vk.com/ibs_training_center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CustomShape 5"/>
          <p:cNvSpPr/>
          <p:nvPr/>
        </p:nvSpPr>
        <p:spPr>
          <a:xfrm>
            <a:off x="5714640" y="6022440"/>
            <a:ext cx="231480" cy="236880"/>
          </a:xfrm>
          <a:prstGeom prst="rect">
            <a:avLst/>
          </a:prstGeom>
          <a:solidFill>
            <a:schemeClr val="bg1"/>
          </a:solidFill>
          <a:ln w="32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2" name="Рисунок 68"/>
          <p:cNvPicPr/>
          <p:nvPr/>
        </p:nvPicPr>
        <p:blipFill>
          <a:blip r:embed="rId4"/>
          <a:stretch/>
        </p:blipFill>
        <p:spPr>
          <a:xfrm>
            <a:off x="5757480" y="6094440"/>
            <a:ext cx="147240" cy="9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3" name="CustomShape 6"/>
          <p:cNvSpPr/>
          <p:nvPr/>
        </p:nvSpPr>
        <p:spPr>
          <a:xfrm>
            <a:off x="3488040" y="6346800"/>
            <a:ext cx="203616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ru-RU" sz="117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t.me/IBS_Training_Center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CustomShape 7"/>
          <p:cNvSpPr/>
          <p:nvPr/>
        </p:nvSpPr>
        <p:spPr>
          <a:xfrm>
            <a:off x="6052320" y="6346800"/>
            <a:ext cx="203616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ru-RU" sz="117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dzen.ru/ibs_training_center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CustomShape 8"/>
          <p:cNvSpPr/>
          <p:nvPr/>
        </p:nvSpPr>
        <p:spPr>
          <a:xfrm>
            <a:off x="5719320" y="6319080"/>
            <a:ext cx="236880" cy="236880"/>
          </a:xfrm>
          <a:prstGeom prst="rect">
            <a:avLst/>
          </a:prstGeom>
          <a:solidFill>
            <a:schemeClr val="bg1"/>
          </a:solidFill>
          <a:ln w="32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6" name="Рисунок 66"/>
          <p:cNvPicPr/>
          <p:nvPr/>
        </p:nvPicPr>
        <p:blipFill>
          <a:blip r:embed="rId5"/>
          <a:stretch/>
        </p:blipFill>
        <p:spPr>
          <a:xfrm>
            <a:off x="5756400" y="6357240"/>
            <a:ext cx="157320" cy="161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7" name="Рисунок 63"/>
          <p:cNvPicPr/>
          <p:nvPr/>
        </p:nvPicPr>
        <p:blipFill>
          <a:blip r:embed="rId6"/>
          <a:stretch/>
        </p:blipFill>
        <p:spPr>
          <a:xfrm>
            <a:off x="3206160" y="6335640"/>
            <a:ext cx="231480" cy="23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8" name="Рисунок 64"/>
          <p:cNvPicPr/>
          <p:nvPr/>
        </p:nvPicPr>
        <p:blipFill>
          <a:blip r:embed="rId7"/>
          <a:stretch/>
        </p:blipFill>
        <p:spPr>
          <a:xfrm>
            <a:off x="3206520" y="6015600"/>
            <a:ext cx="231480" cy="23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9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PlaceHolder 3"/>
          <p:cNvSpPr>
            <a:spLocks noGrp="1"/>
          </p:cNvSpPr>
          <p:nvPr>
            <p:ph type="body"/>
          </p:nvPr>
        </p:nvSpPr>
        <p:spPr>
          <a:xfrm>
            <a:off x="593640" y="367272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PlaceHolder 4"/>
          <p:cNvSpPr>
            <a:spLocks noGrp="1"/>
          </p:cNvSpPr>
          <p:nvPr>
            <p:ph type="body"/>
          </p:nvPr>
        </p:nvSpPr>
        <p:spPr>
          <a:xfrm>
            <a:off x="6072120" y="1600560"/>
            <a:ext cx="5216040" cy="39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Обычный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" name="Рисунок 19"/>
          <p:cNvPicPr/>
          <p:nvPr/>
        </p:nvPicPr>
        <p:blipFill>
          <a:blip r:embed="rId2"/>
          <a:stretch/>
        </p:blipFill>
        <p:spPr>
          <a:xfrm>
            <a:off x="0" y="0"/>
            <a:ext cx="11876760" cy="683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4" name="CustomShape 1"/>
          <p:cNvSpPr/>
          <p:nvPr/>
        </p:nvSpPr>
        <p:spPr>
          <a:xfrm>
            <a:off x="0" y="0"/>
            <a:ext cx="11876760" cy="6837840"/>
          </a:xfrm>
          <a:prstGeom prst="rect">
            <a:avLst/>
          </a:prstGeom>
          <a:gradFill rotWithShape="0">
            <a:gsLst>
              <a:gs pos="23000">
                <a:srgbClr val="1F497D">
                  <a:alpha val="60000"/>
                </a:srgbClr>
              </a:gs>
              <a:gs pos="100000">
                <a:srgbClr val="1F497D">
                  <a:alpha val="46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CustomShape 2"/>
          <p:cNvSpPr/>
          <p:nvPr/>
        </p:nvSpPr>
        <p:spPr>
          <a:xfrm>
            <a:off x="0" y="607320"/>
            <a:ext cx="151560" cy="1177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75960" tIns="45000" rIns="7596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6" name="Рисунок 22"/>
          <p:cNvPicPr/>
          <p:nvPr/>
        </p:nvPicPr>
        <p:blipFill>
          <a:blip r:embed="rId3"/>
          <a:stretch/>
        </p:blipFill>
        <p:spPr>
          <a:xfrm>
            <a:off x="609120" y="5953680"/>
            <a:ext cx="1841400" cy="67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7" name="CustomShape 3"/>
          <p:cNvSpPr/>
          <p:nvPr/>
        </p:nvSpPr>
        <p:spPr>
          <a:xfrm>
            <a:off x="3522600" y="6050160"/>
            <a:ext cx="166032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ru-RU" sz="117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www.ibs-training.ru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CustomShape 4"/>
          <p:cNvSpPr/>
          <p:nvPr/>
        </p:nvSpPr>
        <p:spPr>
          <a:xfrm>
            <a:off x="6052320" y="6050160"/>
            <a:ext cx="203616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ru-RU" sz="117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vk.com/ibs_training_center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CustomShape 5"/>
          <p:cNvSpPr/>
          <p:nvPr/>
        </p:nvSpPr>
        <p:spPr>
          <a:xfrm>
            <a:off x="5714640" y="6022440"/>
            <a:ext cx="231480" cy="236880"/>
          </a:xfrm>
          <a:prstGeom prst="rect">
            <a:avLst/>
          </a:prstGeom>
          <a:solidFill>
            <a:schemeClr val="bg1"/>
          </a:solidFill>
          <a:ln w="32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0" name="Рисунок 68"/>
          <p:cNvPicPr/>
          <p:nvPr/>
        </p:nvPicPr>
        <p:blipFill>
          <a:blip r:embed="rId4"/>
          <a:stretch/>
        </p:blipFill>
        <p:spPr>
          <a:xfrm>
            <a:off x="5757480" y="6094440"/>
            <a:ext cx="147240" cy="9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1" name="CustomShape 6"/>
          <p:cNvSpPr/>
          <p:nvPr/>
        </p:nvSpPr>
        <p:spPr>
          <a:xfrm>
            <a:off x="3488040" y="6346800"/>
            <a:ext cx="203616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ru-RU" sz="117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t.me/IBS_Training_Center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CustomShape 7"/>
          <p:cNvSpPr/>
          <p:nvPr/>
        </p:nvSpPr>
        <p:spPr>
          <a:xfrm>
            <a:off x="6052320" y="6346800"/>
            <a:ext cx="203616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ru-RU" sz="117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dzen.ru/ibs_training_center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CustomShape 8"/>
          <p:cNvSpPr/>
          <p:nvPr/>
        </p:nvSpPr>
        <p:spPr>
          <a:xfrm>
            <a:off x="5719320" y="6319080"/>
            <a:ext cx="236880" cy="236880"/>
          </a:xfrm>
          <a:prstGeom prst="rect">
            <a:avLst/>
          </a:prstGeom>
          <a:solidFill>
            <a:schemeClr val="bg1"/>
          </a:solidFill>
          <a:ln w="32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4" name="Рисунок 66"/>
          <p:cNvPicPr/>
          <p:nvPr/>
        </p:nvPicPr>
        <p:blipFill>
          <a:blip r:embed="rId5"/>
          <a:stretch/>
        </p:blipFill>
        <p:spPr>
          <a:xfrm>
            <a:off x="5756400" y="6357240"/>
            <a:ext cx="157320" cy="161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5" name="Рисунок 63"/>
          <p:cNvPicPr/>
          <p:nvPr/>
        </p:nvPicPr>
        <p:blipFill>
          <a:blip r:embed="rId6"/>
          <a:stretch/>
        </p:blipFill>
        <p:spPr>
          <a:xfrm>
            <a:off x="3206160" y="6335640"/>
            <a:ext cx="231480" cy="23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6" name="Рисунок 64"/>
          <p:cNvPicPr/>
          <p:nvPr/>
        </p:nvPicPr>
        <p:blipFill>
          <a:blip r:embed="rId7"/>
          <a:stretch/>
        </p:blipFill>
        <p:spPr>
          <a:xfrm>
            <a:off x="3206520" y="6015600"/>
            <a:ext cx="231480" cy="23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7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5216040" cy="39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PlaceHolder 3"/>
          <p:cNvSpPr>
            <a:spLocks noGrp="1"/>
          </p:cNvSpPr>
          <p:nvPr>
            <p:ph type="body"/>
          </p:nvPr>
        </p:nvSpPr>
        <p:spPr>
          <a:xfrm>
            <a:off x="6072120" y="160056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PlaceHolder 4"/>
          <p:cNvSpPr>
            <a:spLocks noGrp="1"/>
          </p:cNvSpPr>
          <p:nvPr>
            <p:ph type="body"/>
          </p:nvPr>
        </p:nvSpPr>
        <p:spPr>
          <a:xfrm>
            <a:off x="6072120" y="367272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Обычный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Рисунок 19"/>
          <p:cNvPicPr/>
          <p:nvPr/>
        </p:nvPicPr>
        <p:blipFill>
          <a:blip r:embed="rId2"/>
          <a:stretch/>
        </p:blipFill>
        <p:spPr>
          <a:xfrm>
            <a:off x="0" y="0"/>
            <a:ext cx="11876760" cy="683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2" name="CustomShape 1"/>
          <p:cNvSpPr/>
          <p:nvPr/>
        </p:nvSpPr>
        <p:spPr>
          <a:xfrm>
            <a:off x="0" y="0"/>
            <a:ext cx="11876760" cy="6837840"/>
          </a:xfrm>
          <a:prstGeom prst="rect">
            <a:avLst/>
          </a:prstGeom>
          <a:gradFill rotWithShape="0">
            <a:gsLst>
              <a:gs pos="23000">
                <a:srgbClr val="1F497D">
                  <a:alpha val="60000"/>
                </a:srgbClr>
              </a:gs>
              <a:gs pos="100000">
                <a:srgbClr val="1F497D">
                  <a:alpha val="46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CustomShape 2"/>
          <p:cNvSpPr/>
          <p:nvPr/>
        </p:nvSpPr>
        <p:spPr>
          <a:xfrm>
            <a:off x="0" y="607320"/>
            <a:ext cx="151560" cy="1177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75960" tIns="45000" rIns="7596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4" name="Рисунок 22"/>
          <p:cNvPicPr/>
          <p:nvPr/>
        </p:nvPicPr>
        <p:blipFill>
          <a:blip r:embed="rId3"/>
          <a:stretch/>
        </p:blipFill>
        <p:spPr>
          <a:xfrm>
            <a:off x="609120" y="5953680"/>
            <a:ext cx="1841400" cy="67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5" name="CustomShape 3"/>
          <p:cNvSpPr/>
          <p:nvPr/>
        </p:nvSpPr>
        <p:spPr>
          <a:xfrm>
            <a:off x="3522600" y="6050160"/>
            <a:ext cx="166032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ru-RU" sz="117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www.ibs-training.ru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CustomShape 4"/>
          <p:cNvSpPr/>
          <p:nvPr/>
        </p:nvSpPr>
        <p:spPr>
          <a:xfrm>
            <a:off x="6052320" y="6050160"/>
            <a:ext cx="203616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ru-RU" sz="117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vk.com/ibs_training_center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CustomShape 5"/>
          <p:cNvSpPr/>
          <p:nvPr/>
        </p:nvSpPr>
        <p:spPr>
          <a:xfrm>
            <a:off x="5714640" y="6022440"/>
            <a:ext cx="231480" cy="236880"/>
          </a:xfrm>
          <a:prstGeom prst="rect">
            <a:avLst/>
          </a:prstGeom>
          <a:solidFill>
            <a:schemeClr val="bg1"/>
          </a:solidFill>
          <a:ln w="32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8" name="Рисунок 68"/>
          <p:cNvPicPr/>
          <p:nvPr/>
        </p:nvPicPr>
        <p:blipFill>
          <a:blip r:embed="rId4"/>
          <a:stretch/>
        </p:blipFill>
        <p:spPr>
          <a:xfrm>
            <a:off x="5757480" y="6094440"/>
            <a:ext cx="147240" cy="9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9" name="CustomShape 6"/>
          <p:cNvSpPr/>
          <p:nvPr/>
        </p:nvSpPr>
        <p:spPr>
          <a:xfrm>
            <a:off x="3488040" y="6346800"/>
            <a:ext cx="203616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ru-RU" sz="117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t.me/IBS_Training_Center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CustomShape 7"/>
          <p:cNvSpPr/>
          <p:nvPr/>
        </p:nvSpPr>
        <p:spPr>
          <a:xfrm>
            <a:off x="6052320" y="6346800"/>
            <a:ext cx="203616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ru-RU" sz="117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dzen.ru/ibs_training_center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CustomShape 8"/>
          <p:cNvSpPr/>
          <p:nvPr/>
        </p:nvSpPr>
        <p:spPr>
          <a:xfrm>
            <a:off x="5719320" y="6319080"/>
            <a:ext cx="236880" cy="236880"/>
          </a:xfrm>
          <a:prstGeom prst="rect">
            <a:avLst/>
          </a:prstGeom>
          <a:solidFill>
            <a:schemeClr val="bg1"/>
          </a:solidFill>
          <a:ln w="32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2" name="Рисунок 66"/>
          <p:cNvPicPr/>
          <p:nvPr/>
        </p:nvPicPr>
        <p:blipFill>
          <a:blip r:embed="rId5"/>
          <a:stretch/>
        </p:blipFill>
        <p:spPr>
          <a:xfrm>
            <a:off x="5756400" y="6357240"/>
            <a:ext cx="157320" cy="161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3" name="Рисунок 63"/>
          <p:cNvPicPr/>
          <p:nvPr/>
        </p:nvPicPr>
        <p:blipFill>
          <a:blip r:embed="rId6"/>
          <a:stretch/>
        </p:blipFill>
        <p:spPr>
          <a:xfrm>
            <a:off x="3206160" y="6335640"/>
            <a:ext cx="231480" cy="23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4" name="Рисунок 64"/>
          <p:cNvPicPr/>
          <p:nvPr/>
        </p:nvPicPr>
        <p:blipFill>
          <a:blip r:embed="rId7"/>
          <a:stretch/>
        </p:blipFill>
        <p:spPr>
          <a:xfrm>
            <a:off x="3206520" y="6015600"/>
            <a:ext cx="231480" cy="23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5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 type="body"/>
          </p:nvPr>
        </p:nvSpPr>
        <p:spPr>
          <a:xfrm>
            <a:off x="6072120" y="160056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PlaceHolder 4"/>
          <p:cNvSpPr>
            <a:spLocks noGrp="1"/>
          </p:cNvSpPr>
          <p:nvPr>
            <p:ph type="body"/>
          </p:nvPr>
        </p:nvSpPr>
        <p:spPr>
          <a:xfrm>
            <a:off x="593640" y="3672720"/>
            <a:ext cx="106898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Обычный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9" name="Рисунок 19"/>
          <p:cNvPicPr/>
          <p:nvPr/>
        </p:nvPicPr>
        <p:blipFill>
          <a:blip r:embed="rId2"/>
          <a:stretch/>
        </p:blipFill>
        <p:spPr>
          <a:xfrm>
            <a:off x="0" y="0"/>
            <a:ext cx="11876760" cy="683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0" name="CustomShape 1"/>
          <p:cNvSpPr/>
          <p:nvPr/>
        </p:nvSpPr>
        <p:spPr>
          <a:xfrm>
            <a:off x="0" y="0"/>
            <a:ext cx="11876760" cy="6837840"/>
          </a:xfrm>
          <a:prstGeom prst="rect">
            <a:avLst/>
          </a:prstGeom>
          <a:gradFill rotWithShape="0">
            <a:gsLst>
              <a:gs pos="23000">
                <a:srgbClr val="1F497D">
                  <a:alpha val="60000"/>
                </a:srgbClr>
              </a:gs>
              <a:gs pos="100000">
                <a:srgbClr val="1F497D">
                  <a:alpha val="46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CustomShape 2"/>
          <p:cNvSpPr/>
          <p:nvPr/>
        </p:nvSpPr>
        <p:spPr>
          <a:xfrm>
            <a:off x="0" y="607320"/>
            <a:ext cx="151560" cy="1177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75960" tIns="45000" rIns="7596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2" name="Рисунок 22"/>
          <p:cNvPicPr/>
          <p:nvPr/>
        </p:nvPicPr>
        <p:blipFill>
          <a:blip r:embed="rId3"/>
          <a:stretch/>
        </p:blipFill>
        <p:spPr>
          <a:xfrm>
            <a:off x="609120" y="5953680"/>
            <a:ext cx="1841400" cy="67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3" name="CustomShape 3"/>
          <p:cNvSpPr/>
          <p:nvPr/>
        </p:nvSpPr>
        <p:spPr>
          <a:xfrm>
            <a:off x="3522600" y="6050160"/>
            <a:ext cx="166032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ru-RU" sz="117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www.ibs-training.ru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CustomShape 4"/>
          <p:cNvSpPr/>
          <p:nvPr/>
        </p:nvSpPr>
        <p:spPr>
          <a:xfrm>
            <a:off x="6052320" y="6050160"/>
            <a:ext cx="203616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ru-RU" sz="117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vk.com/ibs_training_center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CustomShape 5"/>
          <p:cNvSpPr/>
          <p:nvPr/>
        </p:nvSpPr>
        <p:spPr>
          <a:xfrm>
            <a:off x="5714640" y="6022440"/>
            <a:ext cx="231480" cy="236880"/>
          </a:xfrm>
          <a:prstGeom prst="rect">
            <a:avLst/>
          </a:prstGeom>
          <a:solidFill>
            <a:schemeClr val="bg1"/>
          </a:solidFill>
          <a:ln w="32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6" name="Рисунок 68"/>
          <p:cNvPicPr/>
          <p:nvPr/>
        </p:nvPicPr>
        <p:blipFill>
          <a:blip r:embed="rId4"/>
          <a:stretch/>
        </p:blipFill>
        <p:spPr>
          <a:xfrm>
            <a:off x="5757480" y="6094440"/>
            <a:ext cx="147240" cy="9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7" name="CustomShape 6"/>
          <p:cNvSpPr/>
          <p:nvPr/>
        </p:nvSpPr>
        <p:spPr>
          <a:xfrm>
            <a:off x="3488040" y="6346800"/>
            <a:ext cx="203616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ru-RU" sz="117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t.me/IBS_Training_Center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CustomShape 7"/>
          <p:cNvSpPr/>
          <p:nvPr/>
        </p:nvSpPr>
        <p:spPr>
          <a:xfrm>
            <a:off x="6052320" y="6346800"/>
            <a:ext cx="203616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ru-RU" sz="117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dzen.ru/ibs_training_center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CustomShape 8"/>
          <p:cNvSpPr/>
          <p:nvPr/>
        </p:nvSpPr>
        <p:spPr>
          <a:xfrm>
            <a:off x="5719320" y="6319080"/>
            <a:ext cx="236880" cy="236880"/>
          </a:xfrm>
          <a:prstGeom prst="rect">
            <a:avLst/>
          </a:prstGeom>
          <a:solidFill>
            <a:schemeClr val="bg1"/>
          </a:solidFill>
          <a:ln w="32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0" name="Рисунок 66"/>
          <p:cNvPicPr/>
          <p:nvPr/>
        </p:nvPicPr>
        <p:blipFill>
          <a:blip r:embed="rId5"/>
          <a:stretch/>
        </p:blipFill>
        <p:spPr>
          <a:xfrm>
            <a:off x="5756400" y="6357240"/>
            <a:ext cx="157320" cy="161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1" name="Рисунок 63"/>
          <p:cNvPicPr/>
          <p:nvPr/>
        </p:nvPicPr>
        <p:blipFill>
          <a:blip r:embed="rId6"/>
          <a:stretch/>
        </p:blipFill>
        <p:spPr>
          <a:xfrm>
            <a:off x="3206160" y="6335640"/>
            <a:ext cx="231480" cy="23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2" name="Рисунок 64"/>
          <p:cNvPicPr/>
          <p:nvPr/>
        </p:nvPicPr>
        <p:blipFill>
          <a:blip r:embed="rId7"/>
          <a:stretch/>
        </p:blipFill>
        <p:spPr>
          <a:xfrm>
            <a:off x="3206520" y="6015600"/>
            <a:ext cx="231480" cy="23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3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106898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PlaceHolder 3"/>
          <p:cNvSpPr>
            <a:spLocks noGrp="1"/>
          </p:cNvSpPr>
          <p:nvPr>
            <p:ph type="body"/>
          </p:nvPr>
        </p:nvSpPr>
        <p:spPr>
          <a:xfrm>
            <a:off x="593640" y="3672720"/>
            <a:ext cx="106898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Обычный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Рисунок 19"/>
          <p:cNvPicPr/>
          <p:nvPr/>
        </p:nvPicPr>
        <p:blipFill>
          <a:blip r:embed="rId2"/>
          <a:stretch/>
        </p:blipFill>
        <p:spPr>
          <a:xfrm>
            <a:off x="0" y="0"/>
            <a:ext cx="11876760" cy="683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7" name="CustomShape 1"/>
          <p:cNvSpPr/>
          <p:nvPr/>
        </p:nvSpPr>
        <p:spPr>
          <a:xfrm>
            <a:off x="0" y="0"/>
            <a:ext cx="11876760" cy="6837840"/>
          </a:xfrm>
          <a:prstGeom prst="rect">
            <a:avLst/>
          </a:prstGeom>
          <a:gradFill rotWithShape="0">
            <a:gsLst>
              <a:gs pos="23000">
                <a:srgbClr val="1F497D">
                  <a:alpha val="60000"/>
                </a:srgbClr>
              </a:gs>
              <a:gs pos="100000">
                <a:srgbClr val="1F497D">
                  <a:alpha val="46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CustomShape 2"/>
          <p:cNvSpPr/>
          <p:nvPr/>
        </p:nvSpPr>
        <p:spPr>
          <a:xfrm>
            <a:off x="0" y="607320"/>
            <a:ext cx="151560" cy="1177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75960" tIns="45000" rIns="7596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9" name="Рисунок 22"/>
          <p:cNvPicPr/>
          <p:nvPr/>
        </p:nvPicPr>
        <p:blipFill>
          <a:blip r:embed="rId3"/>
          <a:stretch/>
        </p:blipFill>
        <p:spPr>
          <a:xfrm>
            <a:off x="609120" y="5953680"/>
            <a:ext cx="1841400" cy="67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0" name="CustomShape 3"/>
          <p:cNvSpPr/>
          <p:nvPr/>
        </p:nvSpPr>
        <p:spPr>
          <a:xfrm>
            <a:off x="3522600" y="6050160"/>
            <a:ext cx="166032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ru-RU" sz="117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www.ibs-training.ru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CustomShape 4"/>
          <p:cNvSpPr/>
          <p:nvPr/>
        </p:nvSpPr>
        <p:spPr>
          <a:xfrm>
            <a:off x="6052320" y="6050160"/>
            <a:ext cx="203616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ru-RU" sz="117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vk.com/ibs_training_center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CustomShape 5"/>
          <p:cNvSpPr/>
          <p:nvPr/>
        </p:nvSpPr>
        <p:spPr>
          <a:xfrm>
            <a:off x="5714640" y="6022440"/>
            <a:ext cx="231480" cy="236880"/>
          </a:xfrm>
          <a:prstGeom prst="rect">
            <a:avLst/>
          </a:prstGeom>
          <a:solidFill>
            <a:schemeClr val="bg1"/>
          </a:solidFill>
          <a:ln w="32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3" name="Рисунок 68"/>
          <p:cNvPicPr/>
          <p:nvPr/>
        </p:nvPicPr>
        <p:blipFill>
          <a:blip r:embed="rId4"/>
          <a:stretch/>
        </p:blipFill>
        <p:spPr>
          <a:xfrm>
            <a:off x="5757480" y="6094440"/>
            <a:ext cx="147240" cy="9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4" name="CustomShape 6"/>
          <p:cNvSpPr/>
          <p:nvPr/>
        </p:nvSpPr>
        <p:spPr>
          <a:xfrm>
            <a:off x="3488040" y="6346800"/>
            <a:ext cx="203616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ru-RU" sz="117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t.me/IBS_Training_Center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CustomShape 7"/>
          <p:cNvSpPr/>
          <p:nvPr/>
        </p:nvSpPr>
        <p:spPr>
          <a:xfrm>
            <a:off x="6052320" y="6346800"/>
            <a:ext cx="203616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ru-RU" sz="117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dzen.ru/ibs_training_center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CustomShape 8"/>
          <p:cNvSpPr/>
          <p:nvPr/>
        </p:nvSpPr>
        <p:spPr>
          <a:xfrm>
            <a:off x="5719320" y="6319080"/>
            <a:ext cx="236880" cy="236880"/>
          </a:xfrm>
          <a:prstGeom prst="rect">
            <a:avLst/>
          </a:prstGeom>
          <a:solidFill>
            <a:schemeClr val="bg1"/>
          </a:solidFill>
          <a:ln w="32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7" name="Рисунок 66"/>
          <p:cNvPicPr/>
          <p:nvPr/>
        </p:nvPicPr>
        <p:blipFill>
          <a:blip r:embed="rId5"/>
          <a:stretch/>
        </p:blipFill>
        <p:spPr>
          <a:xfrm>
            <a:off x="5756400" y="6357240"/>
            <a:ext cx="157320" cy="161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8" name="Рисунок 63"/>
          <p:cNvPicPr/>
          <p:nvPr/>
        </p:nvPicPr>
        <p:blipFill>
          <a:blip r:embed="rId6"/>
          <a:stretch/>
        </p:blipFill>
        <p:spPr>
          <a:xfrm>
            <a:off x="3206160" y="6335640"/>
            <a:ext cx="231480" cy="23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9" name="Рисунок 64"/>
          <p:cNvPicPr/>
          <p:nvPr/>
        </p:nvPicPr>
        <p:blipFill>
          <a:blip r:embed="rId7"/>
          <a:stretch/>
        </p:blipFill>
        <p:spPr>
          <a:xfrm>
            <a:off x="3206520" y="6015600"/>
            <a:ext cx="231480" cy="23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0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PlaceHolder 3"/>
          <p:cNvSpPr>
            <a:spLocks noGrp="1"/>
          </p:cNvSpPr>
          <p:nvPr>
            <p:ph type="body"/>
          </p:nvPr>
        </p:nvSpPr>
        <p:spPr>
          <a:xfrm>
            <a:off x="6072120" y="160056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PlaceHolder 4"/>
          <p:cNvSpPr>
            <a:spLocks noGrp="1"/>
          </p:cNvSpPr>
          <p:nvPr>
            <p:ph type="body"/>
          </p:nvPr>
        </p:nvSpPr>
        <p:spPr>
          <a:xfrm>
            <a:off x="6072120" y="367272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PlaceHolder 5"/>
          <p:cNvSpPr>
            <a:spLocks noGrp="1"/>
          </p:cNvSpPr>
          <p:nvPr>
            <p:ph type="body"/>
          </p:nvPr>
        </p:nvSpPr>
        <p:spPr>
          <a:xfrm>
            <a:off x="593640" y="3672720"/>
            <a:ext cx="521604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Рисунок 19"/>
          <p:cNvPicPr/>
          <p:nvPr/>
        </p:nvPicPr>
        <p:blipFill>
          <a:blip r:embed="rId2"/>
          <a:stretch/>
        </p:blipFill>
        <p:spPr>
          <a:xfrm>
            <a:off x="0" y="0"/>
            <a:ext cx="11876760" cy="683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6" name="CustomShape 1"/>
          <p:cNvSpPr/>
          <p:nvPr/>
        </p:nvSpPr>
        <p:spPr>
          <a:xfrm>
            <a:off x="0" y="0"/>
            <a:ext cx="11876760" cy="6837840"/>
          </a:xfrm>
          <a:prstGeom prst="rect">
            <a:avLst/>
          </a:prstGeom>
          <a:gradFill rotWithShape="0">
            <a:gsLst>
              <a:gs pos="23000">
                <a:srgbClr val="1F497D">
                  <a:alpha val="60000"/>
                </a:srgbClr>
              </a:gs>
              <a:gs pos="100000">
                <a:srgbClr val="1F497D">
                  <a:alpha val="46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CustomShape 2"/>
          <p:cNvSpPr/>
          <p:nvPr/>
        </p:nvSpPr>
        <p:spPr>
          <a:xfrm>
            <a:off x="0" y="607320"/>
            <a:ext cx="151560" cy="1177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75960" tIns="45000" rIns="7596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8" name="Рисунок 22"/>
          <p:cNvPicPr/>
          <p:nvPr/>
        </p:nvPicPr>
        <p:blipFill>
          <a:blip r:embed="rId3"/>
          <a:stretch/>
        </p:blipFill>
        <p:spPr>
          <a:xfrm>
            <a:off x="609120" y="5953680"/>
            <a:ext cx="1841400" cy="67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9" name="CustomShape 3"/>
          <p:cNvSpPr/>
          <p:nvPr/>
        </p:nvSpPr>
        <p:spPr>
          <a:xfrm>
            <a:off x="3522600" y="6050160"/>
            <a:ext cx="166032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ru-RU" sz="117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www.ibs-training.ru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CustomShape 4"/>
          <p:cNvSpPr/>
          <p:nvPr/>
        </p:nvSpPr>
        <p:spPr>
          <a:xfrm>
            <a:off x="6052320" y="6050160"/>
            <a:ext cx="203616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ru-RU" sz="117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vk.com/ibs_training_center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CustomShape 5"/>
          <p:cNvSpPr/>
          <p:nvPr/>
        </p:nvSpPr>
        <p:spPr>
          <a:xfrm>
            <a:off x="5714640" y="6022440"/>
            <a:ext cx="231480" cy="236880"/>
          </a:xfrm>
          <a:prstGeom prst="rect">
            <a:avLst/>
          </a:prstGeom>
          <a:solidFill>
            <a:schemeClr val="bg1"/>
          </a:solidFill>
          <a:ln w="32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2" name="Рисунок 68"/>
          <p:cNvPicPr/>
          <p:nvPr/>
        </p:nvPicPr>
        <p:blipFill>
          <a:blip r:embed="rId4"/>
          <a:stretch/>
        </p:blipFill>
        <p:spPr>
          <a:xfrm>
            <a:off x="5757480" y="6094440"/>
            <a:ext cx="147240" cy="9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3" name="CustomShape 6"/>
          <p:cNvSpPr/>
          <p:nvPr/>
        </p:nvSpPr>
        <p:spPr>
          <a:xfrm>
            <a:off x="3488040" y="6346800"/>
            <a:ext cx="203616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ru-RU" sz="117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t.me/IBS_Training_Center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CustomShape 7"/>
          <p:cNvSpPr/>
          <p:nvPr/>
        </p:nvSpPr>
        <p:spPr>
          <a:xfrm>
            <a:off x="6052320" y="6346800"/>
            <a:ext cx="203616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ru-RU" sz="117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dzen.ru/ibs_training_center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CustomShape 8"/>
          <p:cNvSpPr/>
          <p:nvPr/>
        </p:nvSpPr>
        <p:spPr>
          <a:xfrm>
            <a:off x="5719320" y="6319080"/>
            <a:ext cx="236880" cy="236880"/>
          </a:xfrm>
          <a:prstGeom prst="rect">
            <a:avLst/>
          </a:prstGeom>
          <a:solidFill>
            <a:schemeClr val="bg1"/>
          </a:solidFill>
          <a:ln w="32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6" name="Рисунок 66"/>
          <p:cNvPicPr/>
          <p:nvPr/>
        </p:nvPicPr>
        <p:blipFill>
          <a:blip r:embed="rId5"/>
          <a:stretch/>
        </p:blipFill>
        <p:spPr>
          <a:xfrm>
            <a:off x="5756400" y="6357240"/>
            <a:ext cx="157320" cy="161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7" name="Рисунок 63"/>
          <p:cNvPicPr/>
          <p:nvPr/>
        </p:nvPicPr>
        <p:blipFill>
          <a:blip r:embed="rId6"/>
          <a:stretch/>
        </p:blipFill>
        <p:spPr>
          <a:xfrm>
            <a:off x="3206160" y="6335640"/>
            <a:ext cx="231480" cy="23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8" name="Рисунок 64"/>
          <p:cNvPicPr/>
          <p:nvPr/>
        </p:nvPicPr>
        <p:blipFill>
          <a:blip r:embed="rId7"/>
          <a:stretch/>
        </p:blipFill>
        <p:spPr>
          <a:xfrm>
            <a:off x="3206520" y="6015600"/>
            <a:ext cx="231480" cy="23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9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10689840" cy="39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PlaceHolder 3"/>
          <p:cNvSpPr>
            <a:spLocks noGrp="1"/>
          </p:cNvSpPr>
          <p:nvPr>
            <p:ph type="body"/>
          </p:nvPr>
        </p:nvSpPr>
        <p:spPr>
          <a:xfrm>
            <a:off x="593640" y="1600560"/>
            <a:ext cx="10689840" cy="39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2" name=""/>
          <p:cNvPicPr/>
          <p:nvPr/>
        </p:nvPicPr>
        <p:blipFill>
          <a:blip r:embed="rId8"/>
          <a:stretch/>
        </p:blipFill>
        <p:spPr>
          <a:xfrm>
            <a:off x="3453120" y="1600200"/>
            <a:ext cx="4970520" cy="3965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3" name=""/>
          <p:cNvPicPr/>
          <p:nvPr/>
        </p:nvPicPr>
        <p:blipFill>
          <a:blip r:embed="rId9"/>
          <a:stretch/>
        </p:blipFill>
        <p:spPr>
          <a:xfrm>
            <a:off x="3453120" y="1600200"/>
            <a:ext cx="4970520" cy="39657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4" name="Рисунок 19"/>
          <p:cNvPicPr/>
          <p:nvPr/>
        </p:nvPicPr>
        <p:blipFill>
          <a:blip r:embed="rId2"/>
          <a:stretch/>
        </p:blipFill>
        <p:spPr>
          <a:xfrm>
            <a:off x="0" y="0"/>
            <a:ext cx="11876760" cy="683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5" name="CustomShape 1"/>
          <p:cNvSpPr/>
          <p:nvPr/>
        </p:nvSpPr>
        <p:spPr>
          <a:xfrm>
            <a:off x="0" y="0"/>
            <a:ext cx="11876760" cy="6837840"/>
          </a:xfrm>
          <a:prstGeom prst="rect">
            <a:avLst/>
          </a:prstGeom>
          <a:gradFill rotWithShape="0">
            <a:gsLst>
              <a:gs pos="23000">
                <a:srgbClr val="1F497D">
                  <a:alpha val="60000"/>
                </a:srgbClr>
              </a:gs>
              <a:gs pos="100000">
                <a:srgbClr val="1F497D">
                  <a:alpha val="46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CustomShape 2"/>
          <p:cNvSpPr/>
          <p:nvPr/>
        </p:nvSpPr>
        <p:spPr>
          <a:xfrm>
            <a:off x="0" y="607320"/>
            <a:ext cx="151560" cy="1177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75960" tIns="45000" rIns="7596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7" name="Рисунок 22"/>
          <p:cNvPicPr/>
          <p:nvPr/>
        </p:nvPicPr>
        <p:blipFill>
          <a:blip r:embed="rId3"/>
          <a:stretch/>
        </p:blipFill>
        <p:spPr>
          <a:xfrm>
            <a:off x="609120" y="5953680"/>
            <a:ext cx="1841400" cy="67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8" name="CustomShape 3"/>
          <p:cNvSpPr/>
          <p:nvPr/>
        </p:nvSpPr>
        <p:spPr>
          <a:xfrm>
            <a:off x="3522600" y="6050160"/>
            <a:ext cx="166032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ru-RU" sz="117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www.ibs-training.ru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CustomShape 4"/>
          <p:cNvSpPr/>
          <p:nvPr/>
        </p:nvSpPr>
        <p:spPr>
          <a:xfrm>
            <a:off x="6052320" y="6050160"/>
            <a:ext cx="203616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ru-RU" sz="117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vk.com/ibs_training_center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CustomShape 5"/>
          <p:cNvSpPr/>
          <p:nvPr/>
        </p:nvSpPr>
        <p:spPr>
          <a:xfrm>
            <a:off x="5714640" y="6022440"/>
            <a:ext cx="231480" cy="236880"/>
          </a:xfrm>
          <a:prstGeom prst="rect">
            <a:avLst/>
          </a:prstGeom>
          <a:solidFill>
            <a:schemeClr val="bg1"/>
          </a:solidFill>
          <a:ln w="32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1" name="Рисунок 68"/>
          <p:cNvPicPr/>
          <p:nvPr/>
        </p:nvPicPr>
        <p:blipFill>
          <a:blip r:embed="rId4"/>
          <a:stretch/>
        </p:blipFill>
        <p:spPr>
          <a:xfrm>
            <a:off x="5757480" y="6094440"/>
            <a:ext cx="147240" cy="9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2" name="CustomShape 6"/>
          <p:cNvSpPr/>
          <p:nvPr/>
        </p:nvSpPr>
        <p:spPr>
          <a:xfrm>
            <a:off x="3488040" y="6346800"/>
            <a:ext cx="203616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ru-RU" sz="117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t.me/IBS_Training_Center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CustomShape 7"/>
          <p:cNvSpPr/>
          <p:nvPr/>
        </p:nvSpPr>
        <p:spPr>
          <a:xfrm>
            <a:off x="6052320" y="6346800"/>
            <a:ext cx="203616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ru-RU" sz="117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dzen.ru/ibs_training_center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CustomShape 8"/>
          <p:cNvSpPr/>
          <p:nvPr/>
        </p:nvSpPr>
        <p:spPr>
          <a:xfrm>
            <a:off x="5719320" y="6319080"/>
            <a:ext cx="236880" cy="236880"/>
          </a:xfrm>
          <a:prstGeom prst="rect">
            <a:avLst/>
          </a:prstGeom>
          <a:solidFill>
            <a:schemeClr val="bg1"/>
          </a:solidFill>
          <a:ln w="32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5" name="Рисунок 66"/>
          <p:cNvPicPr/>
          <p:nvPr/>
        </p:nvPicPr>
        <p:blipFill>
          <a:blip r:embed="rId5"/>
          <a:stretch/>
        </p:blipFill>
        <p:spPr>
          <a:xfrm>
            <a:off x="5756400" y="6357240"/>
            <a:ext cx="157320" cy="161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6" name="Рисунок 63"/>
          <p:cNvPicPr/>
          <p:nvPr/>
        </p:nvPicPr>
        <p:blipFill>
          <a:blip r:embed="rId6"/>
          <a:stretch/>
        </p:blipFill>
        <p:spPr>
          <a:xfrm>
            <a:off x="3206160" y="6335640"/>
            <a:ext cx="231480" cy="23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7" name="Рисунок 64"/>
          <p:cNvPicPr/>
          <p:nvPr/>
        </p:nvPicPr>
        <p:blipFill>
          <a:blip r:embed="rId7"/>
          <a:stretch/>
        </p:blipFill>
        <p:spPr>
          <a:xfrm>
            <a:off x="3206520" y="6015600"/>
            <a:ext cx="231480" cy="2368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Рисунок 19"/>
          <p:cNvPicPr/>
          <p:nvPr/>
        </p:nvPicPr>
        <p:blipFill>
          <a:blip r:embed="rId2"/>
          <a:stretch/>
        </p:blipFill>
        <p:spPr>
          <a:xfrm>
            <a:off x="0" y="0"/>
            <a:ext cx="11876760" cy="683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9" name="CustomShape 1"/>
          <p:cNvSpPr/>
          <p:nvPr/>
        </p:nvSpPr>
        <p:spPr>
          <a:xfrm>
            <a:off x="0" y="0"/>
            <a:ext cx="11876760" cy="6837840"/>
          </a:xfrm>
          <a:prstGeom prst="rect">
            <a:avLst/>
          </a:prstGeom>
          <a:gradFill rotWithShape="0">
            <a:gsLst>
              <a:gs pos="23000">
                <a:srgbClr val="1F497D">
                  <a:alpha val="60000"/>
                </a:srgbClr>
              </a:gs>
              <a:gs pos="100000">
                <a:srgbClr val="1F497D">
                  <a:alpha val="46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CustomShape 2"/>
          <p:cNvSpPr/>
          <p:nvPr/>
        </p:nvSpPr>
        <p:spPr>
          <a:xfrm>
            <a:off x="0" y="607320"/>
            <a:ext cx="151560" cy="1177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75960" tIns="45000" rIns="7596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1" name="Рисунок 22"/>
          <p:cNvPicPr/>
          <p:nvPr/>
        </p:nvPicPr>
        <p:blipFill>
          <a:blip r:embed="rId3"/>
          <a:stretch/>
        </p:blipFill>
        <p:spPr>
          <a:xfrm>
            <a:off x="609120" y="5953680"/>
            <a:ext cx="1841400" cy="67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2" name="CustomShape 3"/>
          <p:cNvSpPr/>
          <p:nvPr/>
        </p:nvSpPr>
        <p:spPr>
          <a:xfrm>
            <a:off x="3522600" y="6050160"/>
            <a:ext cx="166032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ru-RU" sz="117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www.ibs-training.ru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CustomShape 4"/>
          <p:cNvSpPr/>
          <p:nvPr/>
        </p:nvSpPr>
        <p:spPr>
          <a:xfrm>
            <a:off x="6052320" y="6050160"/>
            <a:ext cx="203616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ru-RU" sz="117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vk.com/ibs_training_center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CustomShape 5"/>
          <p:cNvSpPr/>
          <p:nvPr/>
        </p:nvSpPr>
        <p:spPr>
          <a:xfrm>
            <a:off x="5714640" y="6022440"/>
            <a:ext cx="231480" cy="236880"/>
          </a:xfrm>
          <a:prstGeom prst="rect">
            <a:avLst/>
          </a:prstGeom>
          <a:solidFill>
            <a:schemeClr val="bg1"/>
          </a:solidFill>
          <a:ln w="32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5" name="Рисунок 68"/>
          <p:cNvPicPr/>
          <p:nvPr/>
        </p:nvPicPr>
        <p:blipFill>
          <a:blip r:embed="rId4"/>
          <a:stretch/>
        </p:blipFill>
        <p:spPr>
          <a:xfrm>
            <a:off x="5757480" y="6094440"/>
            <a:ext cx="147240" cy="9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6" name="CustomShape 6"/>
          <p:cNvSpPr/>
          <p:nvPr/>
        </p:nvSpPr>
        <p:spPr>
          <a:xfrm>
            <a:off x="3488040" y="6346800"/>
            <a:ext cx="203616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ru-RU" sz="117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t.me/IBS_Training_Center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CustomShape 7"/>
          <p:cNvSpPr/>
          <p:nvPr/>
        </p:nvSpPr>
        <p:spPr>
          <a:xfrm>
            <a:off x="6052320" y="6346800"/>
            <a:ext cx="203616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ru-RU" sz="117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dzen.ru/ibs_training_center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CustomShape 8"/>
          <p:cNvSpPr/>
          <p:nvPr/>
        </p:nvSpPr>
        <p:spPr>
          <a:xfrm>
            <a:off x="5719320" y="6319080"/>
            <a:ext cx="236880" cy="236880"/>
          </a:xfrm>
          <a:prstGeom prst="rect">
            <a:avLst/>
          </a:prstGeom>
          <a:solidFill>
            <a:schemeClr val="bg1"/>
          </a:solidFill>
          <a:ln w="32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9" name="Рисунок 66"/>
          <p:cNvPicPr/>
          <p:nvPr/>
        </p:nvPicPr>
        <p:blipFill>
          <a:blip r:embed="rId5"/>
          <a:stretch/>
        </p:blipFill>
        <p:spPr>
          <a:xfrm>
            <a:off x="5756400" y="6357240"/>
            <a:ext cx="157320" cy="161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0" name="Рисунок 63"/>
          <p:cNvPicPr/>
          <p:nvPr/>
        </p:nvPicPr>
        <p:blipFill>
          <a:blip r:embed="rId6"/>
          <a:stretch/>
        </p:blipFill>
        <p:spPr>
          <a:xfrm>
            <a:off x="3206160" y="6335640"/>
            <a:ext cx="231480" cy="23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1" name="Рисунок 64"/>
          <p:cNvPicPr/>
          <p:nvPr/>
        </p:nvPicPr>
        <p:blipFill>
          <a:blip r:embed="rId7"/>
          <a:stretch/>
        </p:blipFill>
        <p:spPr>
          <a:xfrm>
            <a:off x="3206520" y="6015600"/>
            <a:ext cx="231480" cy="23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2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Обычный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Рисунок 19"/>
          <p:cNvPicPr/>
          <p:nvPr/>
        </p:nvPicPr>
        <p:blipFill>
          <a:blip r:embed="rId2"/>
          <a:stretch/>
        </p:blipFill>
        <p:spPr>
          <a:xfrm>
            <a:off x="0" y="0"/>
            <a:ext cx="11876760" cy="683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4" name="CustomShape 1"/>
          <p:cNvSpPr/>
          <p:nvPr/>
        </p:nvSpPr>
        <p:spPr>
          <a:xfrm>
            <a:off x="0" y="0"/>
            <a:ext cx="11876760" cy="6837840"/>
          </a:xfrm>
          <a:prstGeom prst="rect">
            <a:avLst/>
          </a:prstGeom>
          <a:gradFill rotWithShape="0">
            <a:gsLst>
              <a:gs pos="23000">
                <a:srgbClr val="1F497D">
                  <a:alpha val="60000"/>
                </a:srgbClr>
              </a:gs>
              <a:gs pos="100000">
                <a:srgbClr val="1F497D">
                  <a:alpha val="46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CustomShape 2"/>
          <p:cNvSpPr/>
          <p:nvPr/>
        </p:nvSpPr>
        <p:spPr>
          <a:xfrm>
            <a:off x="0" y="607320"/>
            <a:ext cx="151560" cy="1177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75960" tIns="45000" rIns="7596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6" name="Рисунок 22"/>
          <p:cNvPicPr/>
          <p:nvPr/>
        </p:nvPicPr>
        <p:blipFill>
          <a:blip r:embed="rId3"/>
          <a:stretch/>
        </p:blipFill>
        <p:spPr>
          <a:xfrm>
            <a:off x="609120" y="5953680"/>
            <a:ext cx="1841400" cy="67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7" name="CustomShape 3"/>
          <p:cNvSpPr/>
          <p:nvPr/>
        </p:nvSpPr>
        <p:spPr>
          <a:xfrm>
            <a:off x="3522600" y="6050160"/>
            <a:ext cx="166032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ru-RU" sz="117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www.ibs-training.ru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CustomShape 4"/>
          <p:cNvSpPr/>
          <p:nvPr/>
        </p:nvSpPr>
        <p:spPr>
          <a:xfrm>
            <a:off x="6052320" y="6050160"/>
            <a:ext cx="203616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ru-RU" sz="117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vk.com/ibs_training_center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CustomShape 5"/>
          <p:cNvSpPr/>
          <p:nvPr/>
        </p:nvSpPr>
        <p:spPr>
          <a:xfrm>
            <a:off x="5714640" y="6022440"/>
            <a:ext cx="231480" cy="236880"/>
          </a:xfrm>
          <a:prstGeom prst="rect">
            <a:avLst/>
          </a:prstGeom>
          <a:solidFill>
            <a:schemeClr val="bg1"/>
          </a:solidFill>
          <a:ln w="32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0" name="Рисунок 68"/>
          <p:cNvPicPr/>
          <p:nvPr/>
        </p:nvPicPr>
        <p:blipFill>
          <a:blip r:embed="rId4"/>
          <a:stretch/>
        </p:blipFill>
        <p:spPr>
          <a:xfrm>
            <a:off x="5757480" y="6094440"/>
            <a:ext cx="147240" cy="9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1" name="CustomShape 6"/>
          <p:cNvSpPr/>
          <p:nvPr/>
        </p:nvSpPr>
        <p:spPr>
          <a:xfrm>
            <a:off x="3488040" y="6346800"/>
            <a:ext cx="203616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ru-RU" sz="117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t.me/IBS_Training_Center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CustomShape 7"/>
          <p:cNvSpPr/>
          <p:nvPr/>
        </p:nvSpPr>
        <p:spPr>
          <a:xfrm>
            <a:off x="6052320" y="6346800"/>
            <a:ext cx="203616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ru-RU" sz="117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dzen.ru/ibs_training_center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CustomShape 8"/>
          <p:cNvSpPr/>
          <p:nvPr/>
        </p:nvSpPr>
        <p:spPr>
          <a:xfrm>
            <a:off x="5719320" y="6319080"/>
            <a:ext cx="236880" cy="236880"/>
          </a:xfrm>
          <a:prstGeom prst="rect">
            <a:avLst/>
          </a:prstGeom>
          <a:solidFill>
            <a:schemeClr val="bg1"/>
          </a:solidFill>
          <a:ln w="32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4" name="Рисунок 66"/>
          <p:cNvPicPr/>
          <p:nvPr/>
        </p:nvPicPr>
        <p:blipFill>
          <a:blip r:embed="rId5"/>
          <a:stretch/>
        </p:blipFill>
        <p:spPr>
          <a:xfrm>
            <a:off x="5756400" y="6357240"/>
            <a:ext cx="157320" cy="161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5" name="Рисунок 63"/>
          <p:cNvPicPr/>
          <p:nvPr/>
        </p:nvPicPr>
        <p:blipFill>
          <a:blip r:embed="rId6"/>
          <a:stretch/>
        </p:blipFill>
        <p:spPr>
          <a:xfrm>
            <a:off x="3206160" y="6335640"/>
            <a:ext cx="231480" cy="23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6" name="Рисунок 64"/>
          <p:cNvPicPr/>
          <p:nvPr/>
        </p:nvPicPr>
        <p:blipFill>
          <a:blip r:embed="rId7"/>
          <a:stretch/>
        </p:blipFill>
        <p:spPr>
          <a:xfrm>
            <a:off x="3206520" y="6015600"/>
            <a:ext cx="231480" cy="23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7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10689840" cy="39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9" name="Рисунок 19"/>
          <p:cNvPicPr/>
          <p:nvPr/>
        </p:nvPicPr>
        <p:blipFill>
          <a:blip r:embed="rId2"/>
          <a:stretch/>
        </p:blipFill>
        <p:spPr>
          <a:xfrm>
            <a:off x="0" y="0"/>
            <a:ext cx="11876760" cy="683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0" name="CustomShape 1"/>
          <p:cNvSpPr/>
          <p:nvPr/>
        </p:nvSpPr>
        <p:spPr>
          <a:xfrm>
            <a:off x="0" y="0"/>
            <a:ext cx="11876760" cy="6837840"/>
          </a:xfrm>
          <a:prstGeom prst="rect">
            <a:avLst/>
          </a:prstGeom>
          <a:gradFill rotWithShape="0">
            <a:gsLst>
              <a:gs pos="23000">
                <a:srgbClr val="1F497D">
                  <a:alpha val="60000"/>
                </a:srgbClr>
              </a:gs>
              <a:gs pos="100000">
                <a:srgbClr val="1F497D">
                  <a:alpha val="46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CustomShape 2"/>
          <p:cNvSpPr/>
          <p:nvPr/>
        </p:nvSpPr>
        <p:spPr>
          <a:xfrm>
            <a:off x="0" y="607320"/>
            <a:ext cx="151560" cy="1177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75960" tIns="45000" rIns="7596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2" name="Рисунок 22"/>
          <p:cNvPicPr/>
          <p:nvPr/>
        </p:nvPicPr>
        <p:blipFill>
          <a:blip r:embed="rId3"/>
          <a:stretch/>
        </p:blipFill>
        <p:spPr>
          <a:xfrm>
            <a:off x="609120" y="5953680"/>
            <a:ext cx="1841400" cy="67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3" name="CustomShape 3"/>
          <p:cNvSpPr/>
          <p:nvPr/>
        </p:nvSpPr>
        <p:spPr>
          <a:xfrm>
            <a:off x="3522600" y="6050160"/>
            <a:ext cx="166032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ru-RU" sz="117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www.ibs-training.ru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CustomShape 4"/>
          <p:cNvSpPr/>
          <p:nvPr/>
        </p:nvSpPr>
        <p:spPr>
          <a:xfrm>
            <a:off x="6052320" y="6050160"/>
            <a:ext cx="203616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ru-RU" sz="117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vk.com/ibs_training_center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CustomShape 5"/>
          <p:cNvSpPr/>
          <p:nvPr/>
        </p:nvSpPr>
        <p:spPr>
          <a:xfrm>
            <a:off x="5714640" y="6022440"/>
            <a:ext cx="231480" cy="236880"/>
          </a:xfrm>
          <a:prstGeom prst="rect">
            <a:avLst/>
          </a:prstGeom>
          <a:solidFill>
            <a:schemeClr val="bg1"/>
          </a:solidFill>
          <a:ln w="32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6" name="Рисунок 68"/>
          <p:cNvPicPr/>
          <p:nvPr/>
        </p:nvPicPr>
        <p:blipFill>
          <a:blip r:embed="rId4"/>
          <a:stretch/>
        </p:blipFill>
        <p:spPr>
          <a:xfrm>
            <a:off x="5757480" y="6094440"/>
            <a:ext cx="147240" cy="9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7" name="CustomShape 6"/>
          <p:cNvSpPr/>
          <p:nvPr/>
        </p:nvSpPr>
        <p:spPr>
          <a:xfrm>
            <a:off x="3488040" y="6346800"/>
            <a:ext cx="203616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ru-RU" sz="117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t.me/IBS_Training_Center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CustomShape 7"/>
          <p:cNvSpPr/>
          <p:nvPr/>
        </p:nvSpPr>
        <p:spPr>
          <a:xfrm>
            <a:off x="6052320" y="6346800"/>
            <a:ext cx="203616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ru-RU" sz="117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dzen.ru/ibs_training_center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CustomShape 8"/>
          <p:cNvSpPr/>
          <p:nvPr/>
        </p:nvSpPr>
        <p:spPr>
          <a:xfrm>
            <a:off x="5719320" y="6319080"/>
            <a:ext cx="236880" cy="236880"/>
          </a:xfrm>
          <a:prstGeom prst="rect">
            <a:avLst/>
          </a:prstGeom>
          <a:solidFill>
            <a:schemeClr val="bg1"/>
          </a:solidFill>
          <a:ln w="32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0" name="Рисунок 66"/>
          <p:cNvPicPr/>
          <p:nvPr/>
        </p:nvPicPr>
        <p:blipFill>
          <a:blip r:embed="rId5"/>
          <a:stretch/>
        </p:blipFill>
        <p:spPr>
          <a:xfrm>
            <a:off x="5756400" y="6357240"/>
            <a:ext cx="157320" cy="161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1" name="Рисунок 63"/>
          <p:cNvPicPr/>
          <p:nvPr/>
        </p:nvPicPr>
        <p:blipFill>
          <a:blip r:embed="rId6"/>
          <a:stretch/>
        </p:blipFill>
        <p:spPr>
          <a:xfrm>
            <a:off x="3206160" y="6335640"/>
            <a:ext cx="231480" cy="23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2" name="Рисунок 64"/>
          <p:cNvPicPr/>
          <p:nvPr/>
        </p:nvPicPr>
        <p:blipFill>
          <a:blip r:embed="rId7"/>
          <a:stretch/>
        </p:blipFill>
        <p:spPr>
          <a:xfrm>
            <a:off x="3206520" y="6015600"/>
            <a:ext cx="231480" cy="23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3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PlaceHolder 2"/>
          <p:cNvSpPr>
            <a:spLocks noGrp="1"/>
          </p:cNvSpPr>
          <p:nvPr>
            <p:ph type="body"/>
          </p:nvPr>
        </p:nvSpPr>
        <p:spPr>
          <a:xfrm>
            <a:off x="593640" y="1600560"/>
            <a:ext cx="5216040" cy="39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PlaceHolder 3"/>
          <p:cNvSpPr>
            <a:spLocks noGrp="1"/>
          </p:cNvSpPr>
          <p:nvPr>
            <p:ph type="body"/>
          </p:nvPr>
        </p:nvSpPr>
        <p:spPr>
          <a:xfrm>
            <a:off x="6072120" y="1600560"/>
            <a:ext cx="5216040" cy="39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Обычный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6" name="Рисунок 19"/>
          <p:cNvPicPr/>
          <p:nvPr/>
        </p:nvPicPr>
        <p:blipFill>
          <a:blip r:embed="rId2"/>
          <a:stretch/>
        </p:blipFill>
        <p:spPr>
          <a:xfrm>
            <a:off x="0" y="0"/>
            <a:ext cx="11876760" cy="683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7" name="CustomShape 1"/>
          <p:cNvSpPr/>
          <p:nvPr/>
        </p:nvSpPr>
        <p:spPr>
          <a:xfrm>
            <a:off x="0" y="0"/>
            <a:ext cx="11876760" cy="6837840"/>
          </a:xfrm>
          <a:prstGeom prst="rect">
            <a:avLst/>
          </a:prstGeom>
          <a:gradFill rotWithShape="0">
            <a:gsLst>
              <a:gs pos="23000">
                <a:srgbClr val="1F497D">
                  <a:alpha val="60000"/>
                </a:srgbClr>
              </a:gs>
              <a:gs pos="100000">
                <a:srgbClr val="1F497D">
                  <a:alpha val="46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CustomShape 2"/>
          <p:cNvSpPr/>
          <p:nvPr/>
        </p:nvSpPr>
        <p:spPr>
          <a:xfrm>
            <a:off x="0" y="607320"/>
            <a:ext cx="151560" cy="1177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75960" tIns="45000" rIns="7596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9" name="Рисунок 22"/>
          <p:cNvPicPr/>
          <p:nvPr/>
        </p:nvPicPr>
        <p:blipFill>
          <a:blip r:embed="rId3"/>
          <a:stretch/>
        </p:blipFill>
        <p:spPr>
          <a:xfrm>
            <a:off x="609120" y="5953680"/>
            <a:ext cx="1841400" cy="67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0" name="CustomShape 3"/>
          <p:cNvSpPr/>
          <p:nvPr/>
        </p:nvSpPr>
        <p:spPr>
          <a:xfrm>
            <a:off x="3522600" y="6050160"/>
            <a:ext cx="166032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ru-RU" sz="117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www.ibs-training.ru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CustomShape 4"/>
          <p:cNvSpPr/>
          <p:nvPr/>
        </p:nvSpPr>
        <p:spPr>
          <a:xfrm>
            <a:off x="6052320" y="6050160"/>
            <a:ext cx="203616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ru-RU" sz="117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vk.com/ibs_training_center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CustomShape 5"/>
          <p:cNvSpPr/>
          <p:nvPr/>
        </p:nvSpPr>
        <p:spPr>
          <a:xfrm>
            <a:off x="5714640" y="6022440"/>
            <a:ext cx="231480" cy="236880"/>
          </a:xfrm>
          <a:prstGeom prst="rect">
            <a:avLst/>
          </a:prstGeom>
          <a:solidFill>
            <a:schemeClr val="bg1"/>
          </a:solidFill>
          <a:ln w="32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3" name="Рисунок 68"/>
          <p:cNvPicPr/>
          <p:nvPr/>
        </p:nvPicPr>
        <p:blipFill>
          <a:blip r:embed="rId4"/>
          <a:stretch/>
        </p:blipFill>
        <p:spPr>
          <a:xfrm>
            <a:off x="5757480" y="6094440"/>
            <a:ext cx="147240" cy="9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4" name="CustomShape 6"/>
          <p:cNvSpPr/>
          <p:nvPr/>
        </p:nvSpPr>
        <p:spPr>
          <a:xfrm>
            <a:off x="3488040" y="6346800"/>
            <a:ext cx="203616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ru-RU" sz="117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t.me/IBS_Training_Center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CustomShape 7"/>
          <p:cNvSpPr/>
          <p:nvPr/>
        </p:nvSpPr>
        <p:spPr>
          <a:xfrm>
            <a:off x="6052320" y="6346800"/>
            <a:ext cx="203616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ru-RU" sz="117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dzen.ru/ibs_training_center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CustomShape 8"/>
          <p:cNvSpPr/>
          <p:nvPr/>
        </p:nvSpPr>
        <p:spPr>
          <a:xfrm>
            <a:off x="5719320" y="6319080"/>
            <a:ext cx="236880" cy="236880"/>
          </a:xfrm>
          <a:prstGeom prst="rect">
            <a:avLst/>
          </a:prstGeom>
          <a:solidFill>
            <a:schemeClr val="bg1"/>
          </a:solidFill>
          <a:ln w="32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7" name="Рисунок 66"/>
          <p:cNvPicPr/>
          <p:nvPr/>
        </p:nvPicPr>
        <p:blipFill>
          <a:blip r:embed="rId5"/>
          <a:stretch/>
        </p:blipFill>
        <p:spPr>
          <a:xfrm>
            <a:off x="5756400" y="6357240"/>
            <a:ext cx="157320" cy="161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8" name="Рисунок 63"/>
          <p:cNvPicPr/>
          <p:nvPr/>
        </p:nvPicPr>
        <p:blipFill>
          <a:blip r:embed="rId6"/>
          <a:stretch/>
        </p:blipFill>
        <p:spPr>
          <a:xfrm>
            <a:off x="3206160" y="6335640"/>
            <a:ext cx="231480" cy="23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9" name="Рисунок 64"/>
          <p:cNvPicPr/>
          <p:nvPr/>
        </p:nvPicPr>
        <p:blipFill>
          <a:blip r:embed="rId7"/>
          <a:stretch/>
        </p:blipFill>
        <p:spPr>
          <a:xfrm>
            <a:off x="3206520" y="6015600"/>
            <a:ext cx="231480" cy="23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0" name="PlaceHolder 1"/>
          <p:cNvSpPr>
            <a:spLocks noGrp="1"/>
          </p:cNvSpPr>
          <p:nvPr>
            <p:ph type="title"/>
          </p:nvPr>
        </p:nvSpPr>
        <p:spPr>
          <a:xfrm>
            <a:off x="593640" y="218880"/>
            <a:ext cx="1068984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Обычный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1" name="Рисунок 19"/>
          <p:cNvPicPr/>
          <p:nvPr/>
        </p:nvPicPr>
        <p:blipFill>
          <a:blip r:embed="rId2"/>
          <a:stretch/>
        </p:blipFill>
        <p:spPr>
          <a:xfrm>
            <a:off x="0" y="0"/>
            <a:ext cx="11876760" cy="683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2" name="CustomShape 1"/>
          <p:cNvSpPr/>
          <p:nvPr/>
        </p:nvSpPr>
        <p:spPr>
          <a:xfrm>
            <a:off x="0" y="0"/>
            <a:ext cx="11876760" cy="6837840"/>
          </a:xfrm>
          <a:prstGeom prst="rect">
            <a:avLst/>
          </a:prstGeom>
          <a:gradFill rotWithShape="0">
            <a:gsLst>
              <a:gs pos="23000">
                <a:srgbClr val="1F497D">
                  <a:alpha val="60000"/>
                </a:srgbClr>
              </a:gs>
              <a:gs pos="100000">
                <a:srgbClr val="1F497D">
                  <a:alpha val="46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CustomShape 2"/>
          <p:cNvSpPr/>
          <p:nvPr/>
        </p:nvSpPr>
        <p:spPr>
          <a:xfrm>
            <a:off x="0" y="607320"/>
            <a:ext cx="151560" cy="1177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75960" tIns="45000" rIns="7596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4" name="Рисунок 22"/>
          <p:cNvPicPr/>
          <p:nvPr/>
        </p:nvPicPr>
        <p:blipFill>
          <a:blip r:embed="rId3"/>
          <a:stretch/>
        </p:blipFill>
        <p:spPr>
          <a:xfrm>
            <a:off x="609120" y="5953680"/>
            <a:ext cx="1841400" cy="67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5" name="CustomShape 3"/>
          <p:cNvSpPr/>
          <p:nvPr/>
        </p:nvSpPr>
        <p:spPr>
          <a:xfrm>
            <a:off x="3522600" y="6050160"/>
            <a:ext cx="166032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ru-RU" sz="117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www.ibs-training.ru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CustomShape 4"/>
          <p:cNvSpPr/>
          <p:nvPr/>
        </p:nvSpPr>
        <p:spPr>
          <a:xfrm>
            <a:off x="6052320" y="6050160"/>
            <a:ext cx="203616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ru-RU" sz="117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vk.com/ibs_training_center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CustomShape 5"/>
          <p:cNvSpPr/>
          <p:nvPr/>
        </p:nvSpPr>
        <p:spPr>
          <a:xfrm>
            <a:off x="5714640" y="6022440"/>
            <a:ext cx="231480" cy="236880"/>
          </a:xfrm>
          <a:prstGeom prst="rect">
            <a:avLst/>
          </a:prstGeom>
          <a:solidFill>
            <a:schemeClr val="bg1"/>
          </a:solidFill>
          <a:ln w="32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8" name="Рисунок 68"/>
          <p:cNvPicPr/>
          <p:nvPr/>
        </p:nvPicPr>
        <p:blipFill>
          <a:blip r:embed="rId4"/>
          <a:stretch/>
        </p:blipFill>
        <p:spPr>
          <a:xfrm>
            <a:off x="5757480" y="6094440"/>
            <a:ext cx="147240" cy="9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9" name="CustomShape 6"/>
          <p:cNvSpPr/>
          <p:nvPr/>
        </p:nvSpPr>
        <p:spPr>
          <a:xfrm>
            <a:off x="3488040" y="6346800"/>
            <a:ext cx="203616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ru-RU" sz="117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t.me/IBS_Training_Center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CustomShape 7"/>
          <p:cNvSpPr/>
          <p:nvPr/>
        </p:nvSpPr>
        <p:spPr>
          <a:xfrm>
            <a:off x="6052320" y="6346800"/>
            <a:ext cx="203616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ru-RU" sz="117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dzen.ru/ibs_training_center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CustomShape 8"/>
          <p:cNvSpPr/>
          <p:nvPr/>
        </p:nvSpPr>
        <p:spPr>
          <a:xfrm>
            <a:off x="5719320" y="6319080"/>
            <a:ext cx="236880" cy="236880"/>
          </a:xfrm>
          <a:prstGeom prst="rect">
            <a:avLst/>
          </a:prstGeom>
          <a:solidFill>
            <a:schemeClr val="bg1"/>
          </a:solidFill>
          <a:ln w="32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2" name="Рисунок 66"/>
          <p:cNvPicPr/>
          <p:nvPr/>
        </p:nvPicPr>
        <p:blipFill>
          <a:blip r:embed="rId5"/>
          <a:stretch/>
        </p:blipFill>
        <p:spPr>
          <a:xfrm>
            <a:off x="5756400" y="6357240"/>
            <a:ext cx="157320" cy="161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3" name="Рисунок 63"/>
          <p:cNvPicPr/>
          <p:nvPr/>
        </p:nvPicPr>
        <p:blipFill>
          <a:blip r:embed="rId6"/>
          <a:stretch/>
        </p:blipFill>
        <p:spPr>
          <a:xfrm>
            <a:off x="3206160" y="6335640"/>
            <a:ext cx="231480" cy="23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4" name="Рисунок 64"/>
          <p:cNvPicPr/>
          <p:nvPr/>
        </p:nvPicPr>
        <p:blipFill>
          <a:blip r:embed="rId7"/>
          <a:stretch/>
        </p:blipFill>
        <p:spPr>
          <a:xfrm>
            <a:off x="3206520" y="6015600"/>
            <a:ext cx="231480" cy="2368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49.xml"/>
</Relationships>
</file>

<file path=ppt/slideMasters/_rels/slideMaster50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3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2.xml"/><Relationship Id="rId5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5.xml"/><Relationship Id="rId8" Type="http://schemas.openxmlformats.org/officeDocument/2006/relationships/slideLayout" Target="../slideLayouts/slideLayout56.xml"/><Relationship Id="rId9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1.xml"/>
</Relationships>
</file>

<file path=ppt/slideMasters/_rels/slideMaster62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2.xml"/><Relationship Id="rId3" Type="http://schemas.openxmlformats.org/officeDocument/2006/relationships/slideLayout" Target="../slideLayouts/slideLayout63.xml"/><Relationship Id="rId4" Type="http://schemas.openxmlformats.org/officeDocument/2006/relationships/slideLayout" Target="../slideLayouts/slideLayout64.xml"/><Relationship Id="rId5" Type="http://schemas.openxmlformats.org/officeDocument/2006/relationships/slideLayout" Target="../slideLayouts/slideLayout65.xml"/><Relationship Id="rId6" Type="http://schemas.openxmlformats.org/officeDocument/2006/relationships/slideLayout" Target="../slideLayouts/slideLayout66.xml"/><Relationship Id="rId7" Type="http://schemas.openxmlformats.org/officeDocument/2006/relationships/slideLayout" Target="../slideLayouts/slideLayout67.xml"/><Relationship Id="rId8" Type="http://schemas.openxmlformats.org/officeDocument/2006/relationships/slideLayout" Target="../slideLayouts/slideLayout68.xml"/><Relationship Id="rId9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2.xml"/><Relationship Id="rId13" Type="http://schemas.openxmlformats.org/officeDocument/2006/relationships/slideLayout" Target="../slideLayouts/slideLayout7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</p:sldMaster>
</file>

<file path=ppt/slideMasters/slideMaster5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</p:sldLayoutIdLst>
</p:sldMaster>
</file>

<file path=ppt/slideMasters/slideMaster6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hyperlink" Target="mailto:education@ibs.ru" TargetMode="External"/><Relationship Id="rId3" Type="http://schemas.openxmlformats.org/officeDocument/2006/relationships/image" Target="../media/image14.jpeg"/><Relationship Id="rId4" Type="http://schemas.openxmlformats.org/officeDocument/2006/relationships/slideLayout" Target="../slideLayouts/slideLayout1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svg"/><Relationship Id="rId3" Type="http://schemas.openxmlformats.org/officeDocument/2006/relationships/slideLayout" Target="../slideLayouts/slideLayout3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svg"/><Relationship Id="rId3" Type="http://schemas.openxmlformats.org/officeDocument/2006/relationships/slideLayout" Target="../slideLayouts/slideLayout4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svg"/><Relationship Id="rId3" Type="http://schemas.openxmlformats.org/officeDocument/2006/relationships/slideLayout" Target="../slideLayouts/slideLayout5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svg"/><Relationship Id="rId3" Type="http://schemas.openxmlformats.org/officeDocument/2006/relationships/slideLayout" Target="../slideLayouts/slideLayout38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svg"/><Relationship Id="rId3" Type="http://schemas.openxmlformats.org/officeDocument/2006/relationships/slideLayout" Target="../slideLayouts/slideLayout4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svg"/><Relationship Id="rId3" Type="http://schemas.openxmlformats.org/officeDocument/2006/relationships/slideLayout" Target="../slideLayouts/slideLayout4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8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6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CustomShape 1"/>
          <p:cNvSpPr/>
          <p:nvPr/>
        </p:nvSpPr>
        <p:spPr>
          <a:xfrm>
            <a:off x="609120" y="2031480"/>
            <a:ext cx="7850880" cy="113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0000"/>
              </a:lnSpc>
            </a:pPr>
            <a:r>
              <a:rPr lang="ru-RU" sz="3640" b="1" u="none" strike="noStrike" cap="all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Почему Java-разработчику следует брать на вооружение Quarkus</a:t>
            </a:r>
            <a:endParaRPr lang="ru-RU" sz="3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CustomShape 2"/>
          <p:cNvSpPr/>
          <p:nvPr/>
        </p:nvSpPr>
        <p:spPr>
          <a:xfrm>
            <a:off x="609120" y="3528360"/>
            <a:ext cx="7850880" cy="47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ru-RU" sz="234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9 июня 2026 г.</a:t>
            </a:r>
            <a:endParaRPr lang="ru-RU" sz="2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CustomShape 1"/>
          <p:cNvSpPr/>
          <p:nvPr/>
        </p:nvSpPr>
        <p:spPr>
          <a:xfrm>
            <a:off x="6757560" y="3566880"/>
            <a:ext cx="111564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300+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CustomShape 2"/>
          <p:cNvSpPr/>
          <p:nvPr/>
        </p:nvSpPr>
        <p:spPr>
          <a:xfrm>
            <a:off x="6766200" y="4830120"/>
            <a:ext cx="163692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60 000+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CustomShape 3"/>
          <p:cNvSpPr/>
          <p:nvPr/>
        </p:nvSpPr>
        <p:spPr>
          <a:xfrm>
            <a:off x="6766200" y="5277240"/>
            <a:ext cx="1694160" cy="48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Обученных специалистов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CustomShape 4"/>
          <p:cNvSpPr/>
          <p:nvPr/>
        </p:nvSpPr>
        <p:spPr>
          <a:xfrm>
            <a:off x="8996760" y="4812480"/>
            <a:ext cx="163692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1 000+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CustomShape 5"/>
          <p:cNvSpPr/>
          <p:nvPr/>
        </p:nvSpPr>
        <p:spPr>
          <a:xfrm>
            <a:off x="8996760" y="5301720"/>
            <a:ext cx="222480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Корпоративных 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клиентов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CustomShape 6"/>
          <p:cNvSpPr/>
          <p:nvPr/>
        </p:nvSpPr>
        <p:spPr>
          <a:xfrm>
            <a:off x="417240" y="263880"/>
            <a:ext cx="58852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ru-RU" sz="1040" b="0" u="none" strike="noStrike" cap="all">
                <a:solidFill>
                  <a:srgbClr val="87929E"/>
                </a:solidFill>
                <a:effectLst/>
                <a:uFillTx/>
                <a:latin typeface="Arial"/>
                <a:ea typeface="DejaVu Sans"/>
              </a:rPr>
              <a:t>Знакомство</a:t>
            </a:r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CustomShape 7"/>
          <p:cNvSpPr/>
          <p:nvPr/>
        </p:nvSpPr>
        <p:spPr>
          <a:xfrm>
            <a:off x="603720" y="735840"/>
            <a:ext cx="5889960" cy="7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ru-RU" sz="2860" b="1" u="none" strike="noStrike">
                <a:solidFill>
                  <a:srgbClr val="243F90"/>
                </a:solidFill>
                <a:effectLst/>
                <a:uFillTx/>
                <a:latin typeface="Arial"/>
                <a:ea typeface="Arial"/>
              </a:rPr>
              <a:t>Здравствуйте, меня зовут</a:t>
            </a:r>
            <a:endParaRPr lang="ru-RU" sz="2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860" b="1" u="none" strike="noStrike">
                <a:solidFill>
                  <a:srgbClr val="243F90"/>
                </a:solidFill>
                <a:effectLst/>
                <a:uFillTx/>
                <a:latin typeface="Arial"/>
                <a:ea typeface="Arial"/>
              </a:rPr>
              <a:t>Константин Чвилёв.</a:t>
            </a:r>
            <a:endParaRPr lang="ru-RU" sz="2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CustomShape 8"/>
          <p:cNvSpPr/>
          <p:nvPr/>
        </p:nvSpPr>
        <p:spPr>
          <a:xfrm>
            <a:off x="542520" y="1646280"/>
            <a:ext cx="5885640" cy="180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90000" bIns="45000" anchor="t">
            <a:noAutofit/>
          </a:bodyPr>
          <a:p>
            <a:pPr>
              <a:lnSpc>
                <a:spcPct val="130000"/>
              </a:lnSpc>
            </a:pPr>
            <a:r>
              <a:rPr lang="ru-RU" sz="2000" b="0" u="none" strike="noStrike">
                <a:solidFill>
                  <a:srgbClr val="424A52"/>
                </a:solidFill>
                <a:effectLst/>
                <a:uFillTx/>
                <a:latin typeface="Arial"/>
                <a:ea typeface="DejaVu Sans"/>
              </a:rPr>
              <a:t>34 года в IT. Программист, руководитель группы разработки, начальник службы автоматизации, наставник. Участвовал в проектировании архитектуры и разработке импортозамещения обработки платежей по банковским картам. Специализируюсь на высоконагруженных микросервисных системах, импортозамещении, асинхронной обработке и облачных решениях. Опыт работы с производством, строительством, зарубежными заказчиками.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5" name="Рисунок 41"/>
          <p:cNvPicPr/>
          <p:nvPr/>
        </p:nvPicPr>
        <p:blipFill>
          <a:blip r:embed="rId1"/>
          <a:stretch/>
        </p:blipFill>
        <p:spPr>
          <a:xfrm>
            <a:off x="7149240" y="834120"/>
            <a:ext cx="4039560" cy="5386680"/>
          </a:xfrm>
          <a:prstGeom prst="rect">
            <a:avLst/>
          </a:prstGeom>
          <a:noFill/>
          <a:ln w="0">
            <a:noFill/>
          </a:ln>
          <a:effectLst>
            <a:reflection algn="bl" blurRad="12700" dir="5400000" dist="5000" endPos="28000" rotWithShape="0" stA="38000" sy="-100000"/>
          </a:effectLst>
        </p:spPr>
      </p:pic>
      <p:sp>
        <p:nvSpPr>
          <p:cNvPr id="616" name="CustomShape 9"/>
          <p:cNvSpPr/>
          <p:nvPr/>
        </p:nvSpPr>
        <p:spPr>
          <a:xfrm>
            <a:off x="542520" y="5337360"/>
            <a:ext cx="4401360" cy="898200"/>
          </a:xfrm>
          <a:prstGeom prst="rect">
            <a:avLst/>
          </a:prstGeom>
          <a:solidFill>
            <a:srgbClr val="F2F2F2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CustomShape 10"/>
          <p:cNvSpPr/>
          <p:nvPr/>
        </p:nvSpPr>
        <p:spPr>
          <a:xfrm>
            <a:off x="750240" y="5449680"/>
            <a:ext cx="40914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Пишите на адрес: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CustomShape 11"/>
          <p:cNvSpPr/>
          <p:nvPr/>
        </p:nvSpPr>
        <p:spPr>
          <a:xfrm>
            <a:off x="1078200" y="5749560"/>
            <a:ext cx="16776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ru-RU" sz="1400" b="0" u="sng" strike="noStrike">
                <a:solidFill>
                  <a:srgbClr val="0000FF"/>
                </a:solidFill>
                <a:effectLst/>
                <a:uFill>
                  <a:solidFill>
                    <a:srgbClr val="FFFFFF"/>
                  </a:solidFill>
                </a:uFill>
                <a:latin typeface="Arial"/>
                <a:ea typeface="DejaVu Sans"/>
                <a:hlinkClick r:id="rId2"/>
              </a:rPr>
              <a:t>education@ibs.ru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CustomShape 12"/>
          <p:cNvSpPr/>
          <p:nvPr/>
        </p:nvSpPr>
        <p:spPr>
          <a:xfrm>
            <a:off x="839880" y="5862240"/>
            <a:ext cx="216720" cy="123480"/>
          </a:xfrm>
          <a:custGeom>
            <a:avLst/>
            <a:gdLst>
              <a:gd name="textAreaLeft" fmla="*/ 0 w 216720"/>
              <a:gd name="textAreaRight" fmla="*/ 217800 w 216720"/>
              <a:gd name="textAreaTop" fmla="*/ 0 h 123480"/>
              <a:gd name="textAreaBottom" fmla="*/ 124560 h 123480"/>
            </a:gdLst>
            <a:ahLst/>
            <a:cxnLst/>
            <a:rect l="textAreaLeft" t="textAreaTop" r="textAreaRight" b="textAreaBottom"/>
            <a:pathLst>
              <a:path w="288" h="165">
                <a:moveTo>
                  <a:pt x="1" y="0"/>
                </a:moveTo>
                <a:cubicBezTo>
                  <a:pt x="4" y="2"/>
                  <a:pt x="6" y="3"/>
                  <a:pt x="8" y="4"/>
                </a:cubicBezTo>
                <a:cubicBezTo>
                  <a:pt x="49" y="29"/>
                  <a:pt x="90" y="55"/>
                  <a:pt x="131" y="80"/>
                </a:cubicBezTo>
                <a:cubicBezTo>
                  <a:pt x="133" y="81"/>
                  <a:pt x="135" y="82"/>
                  <a:pt x="137" y="84"/>
                </a:cubicBezTo>
                <a:cubicBezTo>
                  <a:pt x="142" y="87"/>
                  <a:pt x="146" y="86"/>
                  <a:pt x="151" y="84"/>
                </a:cubicBezTo>
                <a:cubicBezTo>
                  <a:pt x="167" y="74"/>
                  <a:pt x="183" y="64"/>
                  <a:pt x="199" y="55"/>
                </a:cubicBezTo>
                <a:cubicBezTo>
                  <a:pt x="226" y="38"/>
                  <a:pt x="253" y="21"/>
                  <a:pt x="280" y="5"/>
                </a:cubicBezTo>
                <a:cubicBezTo>
                  <a:pt x="282" y="4"/>
                  <a:pt x="284" y="2"/>
                  <a:pt x="287" y="0"/>
                </a:cubicBezTo>
                <a:cubicBezTo>
                  <a:pt x="287" y="3"/>
                  <a:pt x="287" y="5"/>
                  <a:pt x="287" y="7"/>
                </a:cubicBezTo>
                <a:cubicBezTo>
                  <a:pt x="287" y="50"/>
                  <a:pt x="287" y="92"/>
                  <a:pt x="287" y="135"/>
                </a:cubicBezTo>
                <a:cubicBezTo>
                  <a:pt x="287" y="140"/>
                  <a:pt x="288" y="146"/>
                  <a:pt x="285" y="151"/>
                </a:cubicBezTo>
                <a:cubicBezTo>
                  <a:pt x="279" y="159"/>
                  <a:pt x="272" y="165"/>
                  <a:pt x="261" y="165"/>
                </a:cubicBezTo>
                <a:cubicBezTo>
                  <a:pt x="201" y="165"/>
                  <a:pt x="141" y="165"/>
                  <a:pt x="80" y="165"/>
                </a:cubicBezTo>
                <a:cubicBezTo>
                  <a:pt x="64" y="165"/>
                  <a:pt x="47" y="165"/>
                  <a:pt x="31" y="165"/>
                </a:cubicBezTo>
                <a:cubicBezTo>
                  <a:pt x="28" y="165"/>
                  <a:pt x="25" y="164"/>
                  <a:pt x="22" y="164"/>
                </a:cubicBezTo>
                <a:cubicBezTo>
                  <a:pt x="10" y="162"/>
                  <a:pt x="1" y="153"/>
                  <a:pt x="1" y="141"/>
                </a:cubicBezTo>
                <a:cubicBezTo>
                  <a:pt x="1" y="96"/>
                  <a:pt x="0" y="50"/>
                  <a:pt x="0" y="4"/>
                </a:cubicBezTo>
                <a:cubicBezTo>
                  <a:pt x="0" y="3"/>
                  <a:pt x="0" y="2"/>
                  <a:pt x="1" y="0"/>
                </a:cubicBezTo>
                <a:close/>
              </a:path>
            </a:pathLst>
          </a:custGeom>
          <a:solidFill>
            <a:srgbClr val="243F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0" name="CustomShape 13"/>
          <p:cNvSpPr/>
          <p:nvPr/>
        </p:nvSpPr>
        <p:spPr>
          <a:xfrm>
            <a:off x="858960" y="5845320"/>
            <a:ext cx="178560" cy="55800"/>
          </a:xfrm>
          <a:custGeom>
            <a:avLst/>
            <a:gdLst>
              <a:gd name="textAreaLeft" fmla="*/ 0 w 178560"/>
              <a:gd name="textAreaRight" fmla="*/ 179640 w 178560"/>
              <a:gd name="textAreaTop" fmla="*/ 0 h 55800"/>
              <a:gd name="textAreaBottom" fmla="*/ 56880 h 55800"/>
            </a:gdLst>
            <a:ahLst/>
            <a:cxnLst/>
            <a:rect l="textAreaLeft" t="textAreaTop" r="textAreaRight" b="textAreaBottom"/>
            <a:pathLst>
              <a:path w="238" h="76">
                <a:moveTo>
                  <a:pt x="0" y="1"/>
                </a:moveTo>
                <a:cubicBezTo>
                  <a:pt x="79" y="0"/>
                  <a:pt x="159" y="0"/>
                  <a:pt x="238" y="1"/>
                </a:cubicBezTo>
                <a:cubicBezTo>
                  <a:pt x="238" y="2"/>
                  <a:pt x="238" y="2"/>
                  <a:pt x="238" y="2"/>
                </a:cubicBezTo>
                <a:cubicBezTo>
                  <a:pt x="237" y="3"/>
                  <a:pt x="235" y="4"/>
                  <a:pt x="234" y="5"/>
                </a:cubicBezTo>
                <a:cubicBezTo>
                  <a:pt x="197" y="28"/>
                  <a:pt x="160" y="51"/>
                  <a:pt x="123" y="74"/>
                </a:cubicBezTo>
                <a:cubicBezTo>
                  <a:pt x="120" y="76"/>
                  <a:pt x="118" y="76"/>
                  <a:pt x="115" y="74"/>
                </a:cubicBezTo>
                <a:cubicBezTo>
                  <a:pt x="78" y="50"/>
                  <a:pt x="40" y="27"/>
                  <a:pt x="2" y="4"/>
                </a:cubicBezTo>
                <a:cubicBezTo>
                  <a:pt x="2" y="3"/>
                  <a:pt x="1" y="3"/>
                  <a:pt x="0" y="2"/>
                </a:cubicBezTo>
                <a:cubicBezTo>
                  <a:pt x="0" y="2"/>
                  <a:pt x="0" y="2"/>
                  <a:pt x="0" y="1"/>
                </a:cubicBezTo>
                <a:close/>
              </a:path>
            </a:pathLst>
          </a:custGeom>
          <a:solidFill>
            <a:srgbClr val="243F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9280" tIns="11880" rIns="89280" bIns="1188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1" name="CustomShape 14"/>
          <p:cNvSpPr/>
          <p:nvPr/>
        </p:nvSpPr>
        <p:spPr>
          <a:xfrm>
            <a:off x="3002400" y="5789520"/>
            <a:ext cx="1351080" cy="236160"/>
          </a:xfrm>
          <a:prstGeom prst="roundRect">
            <a:avLst>
              <a:gd name="adj" fmla="val 16667"/>
            </a:avLst>
          </a:prstGeom>
          <a:solidFill>
            <a:srgbClr val="243F9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ru-RU" sz="1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ibs-training.ru</a:t>
            </a:r>
            <a:endParaRPr lang="ru-RU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2" name="CustomShape 15"/>
          <p:cNvSpPr/>
          <p:nvPr/>
        </p:nvSpPr>
        <p:spPr>
          <a:xfrm>
            <a:off x="8468280" y="3501720"/>
            <a:ext cx="13158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Фото тренера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3" name=""/>
          <p:cNvPicPr/>
          <p:nvPr/>
        </p:nvPicPr>
        <p:blipFill>
          <a:blip r:embed="rId3"/>
          <a:stretch/>
        </p:blipFill>
        <p:spPr>
          <a:xfrm>
            <a:off x="6728400" y="72000"/>
            <a:ext cx="5077440" cy="6703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CustomShape 1"/>
          <p:cNvSpPr/>
          <p:nvPr/>
        </p:nvSpPr>
        <p:spPr>
          <a:xfrm>
            <a:off x="327240" y="720000"/>
            <a:ext cx="5889960" cy="73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ru-RU" sz="2860" b="1" u="none" strike="noStrike">
                <a:solidFill>
                  <a:srgbClr val="243F90"/>
                </a:solidFill>
                <a:effectLst/>
                <a:uFillTx/>
                <a:latin typeface="Arial"/>
                <a:ea typeface="Arial"/>
              </a:rPr>
              <a:t>Давайте познакомимся!</a:t>
            </a:r>
            <a:endParaRPr lang="ru-RU" sz="2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CustomShape 2"/>
          <p:cNvSpPr/>
          <p:nvPr/>
        </p:nvSpPr>
        <p:spPr>
          <a:xfrm>
            <a:off x="327240" y="340920"/>
            <a:ext cx="588528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ru-RU" sz="1040" b="0" u="none" strike="noStrike" cap="all">
                <a:solidFill>
                  <a:srgbClr val="87929E"/>
                </a:solidFill>
                <a:effectLst/>
                <a:uFillTx/>
                <a:latin typeface="Arial"/>
                <a:ea typeface="DejaVu Sans"/>
              </a:rPr>
              <a:t>нетворкинг</a:t>
            </a:r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CustomShape 3"/>
          <p:cNvSpPr/>
          <p:nvPr/>
        </p:nvSpPr>
        <p:spPr>
          <a:xfrm>
            <a:off x="327240" y="1887840"/>
            <a:ext cx="5132520" cy="165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ru-RU" sz="2000" b="0" u="none" strike="noStrike" cap="all">
                <a:solidFill>
                  <a:srgbClr val="424A52"/>
                </a:solidFill>
                <a:effectLst/>
                <a:uFillTx/>
                <a:latin typeface="Arial"/>
                <a:ea typeface="DejaVu Sans"/>
              </a:rPr>
              <a:t>Имя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ru-RU" sz="2000" b="0" u="none" strike="noStrike" cap="all">
                <a:solidFill>
                  <a:srgbClr val="424A52"/>
                </a:solidFill>
                <a:effectLst/>
                <a:uFillTx/>
                <a:latin typeface="Arial"/>
                <a:ea typeface="DejaVu Sans"/>
              </a:rPr>
              <a:t>«Почему я здесь?»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ru-RU" sz="2000" b="0" u="none" strike="noStrike" cap="all">
                <a:solidFill>
                  <a:srgbClr val="424A52"/>
                </a:solidFill>
                <a:effectLst/>
                <a:uFillTx/>
                <a:latin typeface="Arial"/>
                <a:ea typeface="DejaVu Sans"/>
              </a:rPr>
              <a:t>Ваши ожидания от этого вебинара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CustomShape 4"/>
          <p:cNvSpPr/>
          <p:nvPr/>
        </p:nvSpPr>
        <p:spPr>
          <a:xfrm>
            <a:off x="223200" y="3730680"/>
            <a:ext cx="6094080" cy="1602360"/>
          </a:xfrm>
          <a:prstGeom prst="rect">
            <a:avLst/>
          </a:prstGeom>
          <a:solidFill>
            <a:schemeClr val="accent6"/>
          </a:solidFill>
          <a:ln w="3240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tIns="36000" rIns="72000" bIns="36000" anchor="t">
            <a:noAutofit/>
          </a:bodyPr>
          <a:p>
            <a:pPr algn="ctr">
              <a:lnSpc>
                <a:spcPct val="100000"/>
              </a:lnSpc>
            </a:pPr>
            <a:r>
              <a:rPr lang="ru-RU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ЭТУ ПЛАШКУ НУЖНО УДАЛИТЬ ПЕРЕД ДЕМОНСТРАЦИЕЙ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Время семинара ограничено, попросите ответить участников на вопросы в чате, бегло просмотрите и прокомментируйте, если ожидания не соответствуют реальности.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CustomShape 1"/>
          <p:cNvSpPr/>
          <p:nvPr/>
        </p:nvSpPr>
        <p:spPr>
          <a:xfrm>
            <a:off x="6757560" y="2544480"/>
            <a:ext cx="151848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2 000 г.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CustomShape 2"/>
          <p:cNvSpPr/>
          <p:nvPr/>
        </p:nvSpPr>
        <p:spPr>
          <a:xfrm>
            <a:off x="6757560" y="3038760"/>
            <a:ext cx="187992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Начало работы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CustomShape 3"/>
          <p:cNvSpPr/>
          <p:nvPr/>
        </p:nvSpPr>
        <p:spPr>
          <a:xfrm>
            <a:off x="6757560" y="3566880"/>
            <a:ext cx="111564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300+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CustomShape 4"/>
          <p:cNvSpPr/>
          <p:nvPr/>
        </p:nvSpPr>
        <p:spPr>
          <a:xfrm>
            <a:off x="6757560" y="4061160"/>
            <a:ext cx="187992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Тренингов 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и программ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CustomShape 5"/>
          <p:cNvSpPr/>
          <p:nvPr/>
        </p:nvSpPr>
        <p:spPr>
          <a:xfrm>
            <a:off x="6766200" y="4830120"/>
            <a:ext cx="163692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60 000+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CustomShape 6"/>
          <p:cNvSpPr/>
          <p:nvPr/>
        </p:nvSpPr>
        <p:spPr>
          <a:xfrm>
            <a:off x="6766200" y="5277240"/>
            <a:ext cx="1694160" cy="48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Обученных специалистов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CustomShape 7"/>
          <p:cNvSpPr/>
          <p:nvPr/>
        </p:nvSpPr>
        <p:spPr>
          <a:xfrm>
            <a:off x="8996760" y="4812480"/>
            <a:ext cx="163692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1 000+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CustomShape 8"/>
          <p:cNvSpPr/>
          <p:nvPr/>
        </p:nvSpPr>
        <p:spPr>
          <a:xfrm>
            <a:off x="8996760" y="5301720"/>
            <a:ext cx="222480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Корпоративных 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клиентов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CustomShape 9"/>
          <p:cNvSpPr/>
          <p:nvPr/>
        </p:nvSpPr>
        <p:spPr>
          <a:xfrm>
            <a:off x="8992080" y="3563280"/>
            <a:ext cx="111564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250+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CustomShape 10"/>
          <p:cNvSpPr/>
          <p:nvPr/>
        </p:nvSpPr>
        <p:spPr>
          <a:xfrm>
            <a:off x="8992080" y="4057560"/>
            <a:ext cx="222480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Экспертов-практиков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CustomShape 11"/>
          <p:cNvSpPr/>
          <p:nvPr/>
        </p:nvSpPr>
        <p:spPr>
          <a:xfrm>
            <a:off x="9006840" y="2551320"/>
            <a:ext cx="163692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15 лет+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CustomShape 12"/>
          <p:cNvSpPr/>
          <p:nvPr/>
        </p:nvSpPr>
        <p:spPr>
          <a:xfrm>
            <a:off x="9006840" y="3045600"/>
            <a:ext cx="200052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На внешнем рынке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CustomShape 13"/>
          <p:cNvSpPr/>
          <p:nvPr/>
        </p:nvSpPr>
        <p:spPr>
          <a:xfrm>
            <a:off x="612720" y="259560"/>
            <a:ext cx="58852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ru-RU" sz="1040" b="0" u="none" strike="noStrike" cap="all">
                <a:solidFill>
                  <a:srgbClr val="87929E"/>
                </a:solidFill>
                <a:effectLst/>
                <a:uFillTx/>
                <a:latin typeface="Arial"/>
                <a:ea typeface="DejaVu Sans"/>
              </a:rPr>
              <a:t>Знакомство</a:t>
            </a:r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CustomShape 14"/>
          <p:cNvSpPr/>
          <p:nvPr/>
        </p:nvSpPr>
        <p:spPr>
          <a:xfrm>
            <a:off x="599400" y="1029240"/>
            <a:ext cx="10749600" cy="47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ru-RU" sz="2860" b="1" u="none" strike="noStrike">
                <a:solidFill>
                  <a:srgbClr val="243F90"/>
                </a:solidFill>
                <a:effectLst/>
                <a:uFillTx/>
                <a:latin typeface="Arial"/>
                <a:ea typeface="Arial"/>
              </a:rPr>
              <a:t>Цель и задачи вебинара</a:t>
            </a:r>
            <a:endParaRPr lang="ru-RU" sz="2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CustomShape 15"/>
          <p:cNvSpPr/>
          <p:nvPr/>
        </p:nvSpPr>
        <p:spPr>
          <a:xfrm>
            <a:off x="612720" y="1888200"/>
            <a:ext cx="10749600" cy="283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90000" bIns="45000" anchor="t">
            <a:noAutofit/>
          </a:bodyPr>
          <a:p>
            <a:pPr marL="234000" indent="-232560">
              <a:lnSpc>
                <a:spcPct val="150000"/>
              </a:lnSpc>
              <a:buClr>
                <a:srgbClr val="14B4C8"/>
              </a:buClr>
              <a:buFont typeface="Wingdings" charset="2"/>
              <a:buChar char=""/>
            </a:pPr>
            <a:r>
              <a:rPr lang="ru-RU" sz="2000" b="0" u="none" strike="noStrike">
                <a:solidFill>
                  <a:srgbClr val="424A52"/>
                </a:solidFill>
                <a:effectLst/>
                <a:uFillTx/>
                <a:latin typeface="Arial"/>
                <a:ea typeface="DejaVu Sans"/>
              </a:rPr>
              <a:t>Разобрать проблемы Spring Boot в облаке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4000" indent="-232560">
              <a:lnSpc>
                <a:spcPct val="150000"/>
              </a:lnSpc>
              <a:buClr>
                <a:srgbClr val="14B4C8"/>
              </a:buClr>
              <a:buFont typeface="Wingdings" charset="2"/>
              <a:buChar char=""/>
            </a:pPr>
            <a:r>
              <a:rPr lang="ru-RU" sz="2000" b="0" u="none" strike="noStrike">
                <a:solidFill>
                  <a:srgbClr val="424A52"/>
                </a:solidFill>
                <a:effectLst/>
                <a:uFillTx/>
                <a:latin typeface="Arial"/>
                <a:ea typeface="DejaVu Sans"/>
              </a:rPr>
              <a:t>Познакомить с Quarkus и родной сборкой (GraalVM)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4000" indent="-232560">
              <a:lnSpc>
                <a:spcPct val="150000"/>
              </a:lnSpc>
              <a:buClr>
                <a:srgbClr val="14B4C8"/>
              </a:buClr>
              <a:buFont typeface="Wingdings" charset="2"/>
              <a:buChar char=""/>
            </a:pPr>
            <a:r>
              <a:rPr lang="ru-RU" sz="2000" b="0" u="none" strike="noStrike">
                <a:solidFill>
                  <a:srgbClr val="424A52"/>
                </a:solidFill>
                <a:effectLst/>
                <a:uFillTx/>
                <a:latin typeface="Arial"/>
                <a:ea typeface="DejaVu Sans"/>
              </a:rPr>
              <a:t>Сравнить производительность на живом коде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4000" indent="-232560">
              <a:lnSpc>
                <a:spcPct val="150000"/>
              </a:lnSpc>
              <a:buClr>
                <a:srgbClr val="14B4C8"/>
              </a:buClr>
              <a:buFont typeface="Wingdings" charset="2"/>
              <a:buChar char=""/>
            </a:pPr>
            <a:r>
              <a:rPr lang="ru-RU" sz="2000" b="0" u="none" strike="noStrike">
                <a:solidFill>
                  <a:srgbClr val="424A52"/>
                </a:solidFill>
                <a:effectLst/>
                <a:uFillTx/>
                <a:latin typeface="Arial"/>
                <a:ea typeface="DejaVu Sans"/>
              </a:rPr>
              <a:t>Рассказать о настоящем случае из промышленной разработки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4000" indent="-232560">
              <a:lnSpc>
                <a:spcPct val="150000"/>
              </a:lnSpc>
              <a:buClr>
                <a:srgbClr val="14B4C8"/>
              </a:buClr>
              <a:buFont typeface="Wingdings" charset="2"/>
              <a:buChar char=""/>
            </a:pPr>
            <a:r>
              <a:rPr lang="ru-RU" sz="2000" b="0" u="none" strike="noStrike">
                <a:solidFill>
                  <a:srgbClr val="424A52"/>
                </a:solidFill>
                <a:effectLst/>
                <a:uFillTx/>
                <a:latin typeface="Arial"/>
                <a:ea typeface="DejaVu Sans"/>
              </a:rPr>
              <a:t>Объявить курс QRK-001«Quarkus: разработка микросервисов на Java или Kotlin»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CustomShape 1"/>
          <p:cNvSpPr/>
          <p:nvPr/>
        </p:nvSpPr>
        <p:spPr>
          <a:xfrm>
            <a:off x="6757560" y="2544480"/>
            <a:ext cx="151848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2 000 г.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CustomShape 2"/>
          <p:cNvSpPr/>
          <p:nvPr/>
        </p:nvSpPr>
        <p:spPr>
          <a:xfrm>
            <a:off x="6757560" y="3038760"/>
            <a:ext cx="187992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Начало работы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CustomShape 3"/>
          <p:cNvSpPr/>
          <p:nvPr/>
        </p:nvSpPr>
        <p:spPr>
          <a:xfrm>
            <a:off x="6757560" y="3566880"/>
            <a:ext cx="111564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300+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CustomShape 4"/>
          <p:cNvSpPr/>
          <p:nvPr/>
        </p:nvSpPr>
        <p:spPr>
          <a:xfrm>
            <a:off x="6757560" y="4061160"/>
            <a:ext cx="187992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Тренингов 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и программ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CustomShape 5"/>
          <p:cNvSpPr/>
          <p:nvPr/>
        </p:nvSpPr>
        <p:spPr>
          <a:xfrm>
            <a:off x="6766200" y="4830120"/>
            <a:ext cx="163692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60 000+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CustomShape 6"/>
          <p:cNvSpPr/>
          <p:nvPr/>
        </p:nvSpPr>
        <p:spPr>
          <a:xfrm>
            <a:off x="6766200" y="5277240"/>
            <a:ext cx="1694160" cy="48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Обученных специалистов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CustomShape 7"/>
          <p:cNvSpPr/>
          <p:nvPr/>
        </p:nvSpPr>
        <p:spPr>
          <a:xfrm>
            <a:off x="8996760" y="4812480"/>
            <a:ext cx="163692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1 000+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CustomShape 8"/>
          <p:cNvSpPr/>
          <p:nvPr/>
        </p:nvSpPr>
        <p:spPr>
          <a:xfrm>
            <a:off x="8996760" y="5301720"/>
            <a:ext cx="222480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Корпоративных 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клиентов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CustomShape 9"/>
          <p:cNvSpPr/>
          <p:nvPr/>
        </p:nvSpPr>
        <p:spPr>
          <a:xfrm>
            <a:off x="8992080" y="3563280"/>
            <a:ext cx="111564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250+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CustomShape 10"/>
          <p:cNvSpPr/>
          <p:nvPr/>
        </p:nvSpPr>
        <p:spPr>
          <a:xfrm>
            <a:off x="8992080" y="4057560"/>
            <a:ext cx="222480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Экспертов-практиков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CustomShape 11"/>
          <p:cNvSpPr/>
          <p:nvPr/>
        </p:nvSpPr>
        <p:spPr>
          <a:xfrm>
            <a:off x="9006840" y="2551320"/>
            <a:ext cx="163692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15 лет+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CustomShape 12"/>
          <p:cNvSpPr/>
          <p:nvPr/>
        </p:nvSpPr>
        <p:spPr>
          <a:xfrm>
            <a:off x="9006840" y="3045600"/>
            <a:ext cx="200052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На внешнем рынке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CustomShape 13"/>
          <p:cNvSpPr/>
          <p:nvPr/>
        </p:nvSpPr>
        <p:spPr>
          <a:xfrm>
            <a:off x="612720" y="259560"/>
            <a:ext cx="58852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ru-RU" sz="1040" b="0" u="none" strike="noStrike" cap="all">
                <a:solidFill>
                  <a:srgbClr val="87929E"/>
                </a:solidFill>
                <a:effectLst/>
                <a:uFillTx/>
                <a:latin typeface="Arial"/>
                <a:ea typeface="DejaVu Sans"/>
              </a:rPr>
              <a:t>Знакомство</a:t>
            </a:r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CustomShape 14"/>
          <p:cNvSpPr/>
          <p:nvPr/>
        </p:nvSpPr>
        <p:spPr>
          <a:xfrm>
            <a:off x="612720" y="990000"/>
            <a:ext cx="10749600" cy="47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ru-RU" sz="2860" b="1" u="none" strike="noStrike">
                <a:solidFill>
                  <a:srgbClr val="243F90"/>
                </a:solidFill>
                <a:effectLst/>
                <a:uFillTx/>
                <a:latin typeface="Arial"/>
                <a:ea typeface="Arial"/>
              </a:rPr>
              <a:t>Содержание вебинара</a:t>
            </a:r>
            <a:endParaRPr lang="ru-RU" sz="2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CustomShape 15"/>
          <p:cNvSpPr/>
          <p:nvPr/>
        </p:nvSpPr>
        <p:spPr>
          <a:xfrm>
            <a:off x="612720" y="1869480"/>
            <a:ext cx="10749600" cy="283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90000" bIns="45000" anchor="t">
            <a:noAutofit/>
          </a:bodyPr>
          <a:p>
            <a:pPr marL="457200" indent="-455760">
              <a:lnSpc>
                <a:spcPct val="150000"/>
              </a:lnSpc>
              <a:buClr>
                <a:srgbClr val="14B4C8"/>
              </a:buClr>
              <a:buFont typeface="Arial"/>
              <a:buAutoNum type="arabicPeriod"/>
            </a:pPr>
            <a:r>
              <a:rPr lang="ru-RU" sz="2000" b="0" u="none" strike="noStrike">
                <a:solidFill>
                  <a:srgbClr val="424A52"/>
                </a:solidFill>
                <a:effectLst/>
                <a:uFillTx/>
                <a:latin typeface="Arial"/>
                <a:ea typeface="DejaVu Sans"/>
              </a:rPr>
              <a:t>Проблема долгого старта и высокого потребления памяти (Spring Boot)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5760">
              <a:lnSpc>
                <a:spcPct val="150000"/>
              </a:lnSpc>
              <a:buClr>
                <a:srgbClr val="14B4C8"/>
              </a:buClr>
              <a:buFont typeface="Arial"/>
              <a:buAutoNum type="arabicPeriod"/>
            </a:pPr>
            <a:r>
              <a:rPr lang="ru-RU" sz="2000" b="0" u="none" strike="noStrike">
                <a:solidFill>
                  <a:srgbClr val="424A52"/>
                </a:solidFill>
                <a:effectLst/>
                <a:uFillTx/>
                <a:latin typeface="Arial"/>
                <a:ea typeface="DejaVu Sans"/>
              </a:rPr>
              <a:t>Что такое Quarkus? Экосистема расширений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5760">
              <a:lnSpc>
                <a:spcPct val="150000"/>
              </a:lnSpc>
              <a:buClr>
                <a:srgbClr val="14B4C8"/>
              </a:buClr>
              <a:buFont typeface="Arial"/>
              <a:buAutoNum type="arabicPeriod"/>
            </a:pPr>
            <a:r>
              <a:rPr lang="ru-RU" sz="2000" b="0" u="none" strike="noStrike">
                <a:solidFill>
                  <a:srgbClr val="424A52"/>
                </a:solidFill>
                <a:effectLst/>
                <a:uFillTx/>
                <a:latin typeface="Arial"/>
                <a:ea typeface="DejaVu Sans"/>
              </a:rPr>
              <a:t>Родная сборка (GraalVM) – запуск за миллисекунды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5760">
              <a:lnSpc>
                <a:spcPct val="150000"/>
              </a:lnSpc>
              <a:buClr>
                <a:srgbClr val="14B4C8"/>
              </a:buClr>
              <a:buFont typeface="Arial"/>
              <a:buAutoNum type="arabicPeriod"/>
            </a:pPr>
            <a:r>
              <a:rPr lang="ru-RU" sz="2000" b="0" u="none" strike="noStrike">
                <a:solidFill>
                  <a:srgbClr val="424A52"/>
                </a:solidFill>
                <a:effectLst/>
                <a:uFillTx/>
                <a:latin typeface="Arial"/>
                <a:ea typeface="DejaVu Sans"/>
              </a:rPr>
              <a:t>Живой код: REST-сервис на Spring Boot vs Quarkus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5760">
              <a:lnSpc>
                <a:spcPct val="150000"/>
              </a:lnSpc>
              <a:buClr>
                <a:srgbClr val="14B4C8"/>
              </a:buClr>
              <a:buFont typeface="Arial"/>
              <a:buAutoNum type="arabicPeriod"/>
            </a:pPr>
            <a:r>
              <a:rPr lang="ru-RU" sz="2000" b="0" u="none" strike="noStrike">
                <a:solidFill>
                  <a:srgbClr val="424A52"/>
                </a:solidFill>
                <a:effectLst/>
                <a:uFillTx/>
                <a:latin typeface="Arial"/>
                <a:ea typeface="DejaVu Sans"/>
              </a:rPr>
              <a:t>Измерение времени запуска и памяти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5760">
              <a:lnSpc>
                <a:spcPct val="150000"/>
              </a:lnSpc>
              <a:buClr>
                <a:srgbClr val="14B4C8"/>
              </a:buClr>
              <a:buFont typeface="Arial"/>
              <a:buAutoNum type="arabicPeriod"/>
            </a:pPr>
            <a:r>
              <a:rPr lang="ru-RU" sz="2000" b="0" u="none" strike="noStrike">
                <a:solidFill>
                  <a:srgbClr val="424A52"/>
                </a:solidFill>
                <a:effectLst/>
                <a:uFillTx/>
                <a:latin typeface="Arial"/>
                <a:ea typeface="DejaVu Sans"/>
              </a:rPr>
              <a:t>Настоящий случай: обработка 1? 000 tps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5760">
              <a:lnSpc>
                <a:spcPct val="150000"/>
              </a:lnSpc>
              <a:buClr>
                <a:srgbClr val="14B4C8"/>
              </a:buClr>
              <a:buFont typeface="Arial"/>
              <a:buAutoNum type="arabicPeriod"/>
            </a:pPr>
            <a:r>
              <a:rPr lang="ru-RU" sz="2000" b="0" u="none" strike="noStrike">
                <a:solidFill>
                  <a:srgbClr val="424A52"/>
                </a:solidFill>
                <a:effectLst/>
                <a:uFillTx/>
                <a:latin typeface="Arial"/>
                <a:ea typeface="DejaVu Sans"/>
              </a:rPr>
              <a:t>Как продолжить изучение – курс QRK-001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CustomShape 1"/>
          <p:cNvSpPr/>
          <p:nvPr/>
        </p:nvSpPr>
        <p:spPr>
          <a:xfrm>
            <a:off x="6757560" y="2544480"/>
            <a:ext cx="151848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2 000 г.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CustomShape 2"/>
          <p:cNvSpPr/>
          <p:nvPr/>
        </p:nvSpPr>
        <p:spPr>
          <a:xfrm>
            <a:off x="6757560" y="3038760"/>
            <a:ext cx="187992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Начало работы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CustomShape 3"/>
          <p:cNvSpPr/>
          <p:nvPr/>
        </p:nvSpPr>
        <p:spPr>
          <a:xfrm>
            <a:off x="6757560" y="3566880"/>
            <a:ext cx="111564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300+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CustomShape 4"/>
          <p:cNvSpPr/>
          <p:nvPr/>
        </p:nvSpPr>
        <p:spPr>
          <a:xfrm>
            <a:off x="6757560" y="4061160"/>
            <a:ext cx="187992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Тренингов 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и программ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CustomShape 5"/>
          <p:cNvSpPr/>
          <p:nvPr/>
        </p:nvSpPr>
        <p:spPr>
          <a:xfrm>
            <a:off x="6766200" y="4830120"/>
            <a:ext cx="163692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60 000+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CustomShape 6"/>
          <p:cNvSpPr/>
          <p:nvPr/>
        </p:nvSpPr>
        <p:spPr>
          <a:xfrm>
            <a:off x="6766200" y="5277240"/>
            <a:ext cx="1694160" cy="48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Обученных специалистов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CustomShape 7"/>
          <p:cNvSpPr/>
          <p:nvPr/>
        </p:nvSpPr>
        <p:spPr>
          <a:xfrm>
            <a:off x="8996760" y="4812480"/>
            <a:ext cx="163692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1 000+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CustomShape 8"/>
          <p:cNvSpPr/>
          <p:nvPr/>
        </p:nvSpPr>
        <p:spPr>
          <a:xfrm>
            <a:off x="8996760" y="5301720"/>
            <a:ext cx="222480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Корпоративных 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клиентов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CustomShape 9"/>
          <p:cNvSpPr/>
          <p:nvPr/>
        </p:nvSpPr>
        <p:spPr>
          <a:xfrm>
            <a:off x="8992080" y="3563280"/>
            <a:ext cx="111564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250+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CustomShape 10"/>
          <p:cNvSpPr/>
          <p:nvPr/>
        </p:nvSpPr>
        <p:spPr>
          <a:xfrm>
            <a:off x="8992080" y="4057560"/>
            <a:ext cx="222480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Экспертов-практиков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CustomShape 11"/>
          <p:cNvSpPr/>
          <p:nvPr/>
        </p:nvSpPr>
        <p:spPr>
          <a:xfrm>
            <a:off x="9006840" y="2551320"/>
            <a:ext cx="163692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15 лет+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CustomShape 12"/>
          <p:cNvSpPr/>
          <p:nvPr/>
        </p:nvSpPr>
        <p:spPr>
          <a:xfrm>
            <a:off x="9006840" y="3045600"/>
            <a:ext cx="200052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На внешнем рынке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CustomShape 13"/>
          <p:cNvSpPr/>
          <p:nvPr/>
        </p:nvSpPr>
        <p:spPr>
          <a:xfrm>
            <a:off x="612720" y="259560"/>
            <a:ext cx="58852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ru-RU" sz="1040" b="0" u="none" strike="noStrike" cap="all">
                <a:solidFill>
                  <a:srgbClr val="87929E"/>
                </a:solidFill>
                <a:effectLst/>
                <a:uFillTx/>
                <a:latin typeface="Arial"/>
                <a:ea typeface="DejaVu Sans"/>
              </a:rPr>
              <a:t>Проблема</a:t>
            </a:r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CustomShape 14"/>
          <p:cNvSpPr/>
          <p:nvPr/>
        </p:nvSpPr>
        <p:spPr>
          <a:xfrm>
            <a:off x="612720" y="990000"/>
            <a:ext cx="10749600" cy="47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ru-RU" sz="2860" b="1" u="none" strike="noStrike">
                <a:solidFill>
                  <a:srgbClr val="243F90"/>
                </a:solidFill>
                <a:effectLst/>
                <a:uFillTx/>
                <a:latin typeface="Arial"/>
                <a:ea typeface="Arial"/>
              </a:rPr>
              <a:t>Spring Boot в облаке</a:t>
            </a:r>
            <a:endParaRPr lang="ru-RU" sz="2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CustomShape 15"/>
          <p:cNvSpPr/>
          <p:nvPr/>
        </p:nvSpPr>
        <p:spPr>
          <a:xfrm>
            <a:off x="612720" y="1869480"/>
            <a:ext cx="10749600" cy="283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90000" bIns="45000" anchor="t">
            <a:noAutofit/>
          </a:bodyPr>
          <a:p>
            <a:pPr marL="457200" indent="-455760">
              <a:lnSpc>
                <a:spcPct val="150000"/>
              </a:lnSpc>
              <a:buClr>
                <a:srgbClr val="14B4C8"/>
              </a:buClr>
              <a:buFont typeface="Arial"/>
              <a:buAutoNum type="arabicPeriod"/>
            </a:pPr>
            <a:r>
              <a:rPr lang="ru-RU" sz="2000" b="0" u="none" strike="noStrike">
                <a:solidFill>
                  <a:srgbClr val="424A52"/>
                </a:solidFill>
                <a:effectLst/>
                <a:uFillTx/>
                <a:latin typeface="Arial"/>
                <a:ea typeface="DejaVu Sans"/>
              </a:rPr>
              <a:t>Логотип Quarkus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5760">
              <a:lnSpc>
                <a:spcPct val="150000"/>
              </a:lnSpc>
              <a:buClr>
                <a:srgbClr val="14B4C8"/>
              </a:buClr>
              <a:buFont typeface="Arial"/>
              <a:buAutoNum type="arabicPeriod"/>
            </a:pPr>
            <a:r>
              <a:rPr lang="ru-RU" sz="2000" b="0" u="none" strike="noStrike">
                <a:solidFill>
                  <a:srgbClr val="424A52"/>
                </a:solidFill>
                <a:effectLst/>
                <a:uFillTx/>
                <a:latin typeface="Arial"/>
                <a:ea typeface="DejaVu Sans"/>
              </a:rPr>
              <a:t>Что это: Облачно-нативный (Kubernetes-native) каркас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5760">
              <a:lnSpc>
                <a:spcPct val="150000"/>
              </a:lnSpc>
              <a:buClr>
                <a:srgbClr val="14B4C8"/>
              </a:buClr>
              <a:buFont typeface="Arial"/>
              <a:buAutoNum type="arabicPeriod"/>
            </a:pPr>
            <a:r>
              <a:rPr lang="ru-RU" sz="2000" b="0" u="none" strike="noStrike">
                <a:solidFill>
                  <a:srgbClr val="424A52"/>
                </a:solidFill>
                <a:effectLst/>
                <a:uFillTx/>
                <a:latin typeface="Arial"/>
                <a:ea typeface="DejaVu Sans"/>
              </a:rPr>
              <a:t>Ключевые возможности: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5760">
              <a:lnSpc>
                <a:spcPct val="150000"/>
              </a:lnSpc>
              <a:buClr>
                <a:srgbClr val="14B4C8"/>
              </a:buClr>
              <a:buFont typeface="Arial"/>
              <a:buAutoNum type="arabicPeriod"/>
            </a:pPr>
            <a:r>
              <a:rPr lang="ru-RU" sz="2000" b="0" u="none" strike="noStrike">
                <a:solidFill>
                  <a:srgbClr val="424A52"/>
                </a:solidFill>
                <a:effectLst/>
                <a:uFillTx/>
                <a:latin typeface="Arial"/>
                <a:ea typeface="DejaVu Sans"/>
              </a:rPr>
              <a:t>Мгновенный старт (миллисекунды)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5760">
              <a:lnSpc>
                <a:spcPct val="150000"/>
              </a:lnSpc>
              <a:buClr>
                <a:srgbClr val="14B4C8"/>
              </a:buClr>
              <a:buFont typeface="Arial"/>
              <a:buAutoNum type="arabicPeriod"/>
            </a:pPr>
            <a:r>
              <a:rPr lang="ru-RU" sz="2000" b="0" u="none" strike="noStrike">
                <a:solidFill>
                  <a:srgbClr val="424A52"/>
                </a:solidFill>
                <a:effectLst/>
                <a:uFillTx/>
                <a:latin typeface="Arial"/>
                <a:ea typeface="DejaVu Sans"/>
              </a:rPr>
              <a:t>Низкое потребление памяти (на 30–50% меньше Spring Boot)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5760">
              <a:lnSpc>
                <a:spcPct val="150000"/>
              </a:lnSpc>
              <a:buClr>
                <a:srgbClr val="14B4C8"/>
              </a:buClr>
              <a:buFont typeface="Arial"/>
              <a:buAutoNum type="arabicPeriod"/>
            </a:pPr>
            <a:r>
              <a:rPr lang="ru-RU" sz="2000" b="0" u="none" strike="noStrike">
                <a:solidFill>
                  <a:srgbClr val="424A52"/>
                </a:solidFill>
                <a:effectLst/>
                <a:uFillTx/>
                <a:latin typeface="Arial"/>
                <a:ea typeface="DejaVu Sans"/>
              </a:rPr>
              <a:t>Родная сборка через GraalVM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5760">
              <a:lnSpc>
                <a:spcPct val="150000"/>
              </a:lnSpc>
              <a:buClr>
                <a:srgbClr val="14B4C8"/>
              </a:buClr>
              <a:buFont typeface="Arial"/>
              <a:buAutoNum type="arabicPeriod"/>
            </a:pPr>
            <a:r>
              <a:rPr lang="ru-RU" sz="2000" b="0" u="none" strike="noStrike">
                <a:solidFill>
                  <a:srgbClr val="424A52"/>
                </a:solidFill>
                <a:effectLst/>
                <a:uFillTx/>
                <a:latin typeface="Arial"/>
                <a:ea typeface="DejaVu Sans"/>
              </a:rPr>
              <a:t>Более 800 расширений (Kafka, REST, Panache, Security)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5760">
              <a:lnSpc>
                <a:spcPct val="150000"/>
              </a:lnSpc>
              <a:buClr>
                <a:srgbClr val="14B4C8"/>
              </a:buClr>
              <a:buFont typeface="Arial"/>
              <a:buAutoNum type="arabicPeriod"/>
            </a:pPr>
            <a:r>
              <a:rPr lang="ru-RU" sz="2000" b="0" u="none" strike="noStrike">
                <a:solidFill>
                  <a:srgbClr val="424A52"/>
                </a:solidFill>
                <a:effectLst/>
                <a:uFillTx/>
                <a:latin typeface="Arial"/>
                <a:ea typeface="DejaVu Sans"/>
              </a:rPr>
              <a:t>Поддерживает: Java и Kotlin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CustomShape 1"/>
          <p:cNvSpPr/>
          <p:nvPr/>
        </p:nvSpPr>
        <p:spPr>
          <a:xfrm>
            <a:off x="6757560" y="2544480"/>
            <a:ext cx="151848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2 000 г.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CustomShape 2"/>
          <p:cNvSpPr/>
          <p:nvPr/>
        </p:nvSpPr>
        <p:spPr>
          <a:xfrm>
            <a:off x="6757560" y="3038760"/>
            <a:ext cx="187992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Начало работы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CustomShape 3"/>
          <p:cNvSpPr/>
          <p:nvPr/>
        </p:nvSpPr>
        <p:spPr>
          <a:xfrm>
            <a:off x="6757560" y="3566880"/>
            <a:ext cx="111564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300+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CustomShape 4"/>
          <p:cNvSpPr/>
          <p:nvPr/>
        </p:nvSpPr>
        <p:spPr>
          <a:xfrm>
            <a:off x="6757560" y="4061160"/>
            <a:ext cx="187992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Тренингов 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и программ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CustomShape 5"/>
          <p:cNvSpPr/>
          <p:nvPr/>
        </p:nvSpPr>
        <p:spPr>
          <a:xfrm>
            <a:off x="6766200" y="4830120"/>
            <a:ext cx="163692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60 000+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CustomShape 6"/>
          <p:cNvSpPr/>
          <p:nvPr/>
        </p:nvSpPr>
        <p:spPr>
          <a:xfrm>
            <a:off x="6766200" y="5277240"/>
            <a:ext cx="1694160" cy="48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Обученных специалистов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CustomShape 7"/>
          <p:cNvSpPr/>
          <p:nvPr/>
        </p:nvSpPr>
        <p:spPr>
          <a:xfrm>
            <a:off x="8996760" y="4812480"/>
            <a:ext cx="163692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1 000+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CustomShape 8"/>
          <p:cNvSpPr/>
          <p:nvPr/>
        </p:nvSpPr>
        <p:spPr>
          <a:xfrm>
            <a:off x="8996760" y="5301720"/>
            <a:ext cx="222480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Корпоративных 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клиентов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CustomShape 9"/>
          <p:cNvSpPr/>
          <p:nvPr/>
        </p:nvSpPr>
        <p:spPr>
          <a:xfrm>
            <a:off x="8992080" y="3563280"/>
            <a:ext cx="111564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250+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CustomShape 10"/>
          <p:cNvSpPr/>
          <p:nvPr/>
        </p:nvSpPr>
        <p:spPr>
          <a:xfrm>
            <a:off x="8992080" y="4057560"/>
            <a:ext cx="222480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Экспертов-практиков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CustomShape 11"/>
          <p:cNvSpPr/>
          <p:nvPr/>
        </p:nvSpPr>
        <p:spPr>
          <a:xfrm>
            <a:off x="9006840" y="2551320"/>
            <a:ext cx="163692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15 лет+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CustomShape 12"/>
          <p:cNvSpPr/>
          <p:nvPr/>
        </p:nvSpPr>
        <p:spPr>
          <a:xfrm>
            <a:off x="9006840" y="3045600"/>
            <a:ext cx="200052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На внешнем рынке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CustomShape 13"/>
          <p:cNvSpPr/>
          <p:nvPr/>
        </p:nvSpPr>
        <p:spPr>
          <a:xfrm>
            <a:off x="612720" y="259560"/>
            <a:ext cx="58852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ru-RU" sz="1040" b="0" u="none" strike="noStrike" cap="all">
                <a:solidFill>
                  <a:srgbClr val="87929E"/>
                </a:solidFill>
                <a:effectLst/>
                <a:uFillTx/>
                <a:latin typeface="Arial"/>
                <a:ea typeface="DejaVu Sans"/>
              </a:rPr>
              <a:t>Проблема</a:t>
            </a:r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CustomShape 14"/>
          <p:cNvSpPr/>
          <p:nvPr/>
        </p:nvSpPr>
        <p:spPr>
          <a:xfrm>
            <a:off x="612720" y="990000"/>
            <a:ext cx="10749600" cy="47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ru-RU" sz="2860" b="1" u="none" strike="noStrike">
                <a:solidFill>
                  <a:srgbClr val="243F90"/>
                </a:solidFill>
                <a:effectLst/>
                <a:uFillTx/>
                <a:latin typeface="Arial"/>
                <a:ea typeface="Arial"/>
              </a:rPr>
              <a:t>Spring Boot в облаке</a:t>
            </a:r>
            <a:endParaRPr lang="ru-RU" sz="2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CustomShape 15"/>
          <p:cNvSpPr/>
          <p:nvPr/>
        </p:nvSpPr>
        <p:spPr>
          <a:xfrm>
            <a:off x="612720" y="1869480"/>
            <a:ext cx="10749600" cy="283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90000" bIns="45000" anchor="t">
            <a:noAutofit/>
          </a:bodyPr>
          <a:p>
            <a:pPr marL="457200" indent="-455760">
              <a:lnSpc>
                <a:spcPct val="150000"/>
              </a:lnSpc>
              <a:buClr>
                <a:srgbClr val="14B4C8"/>
              </a:buClr>
              <a:buFont typeface="Arial"/>
              <a:buAutoNum type="arabicPeriod"/>
            </a:pPr>
            <a:r>
              <a:rPr lang="ru-RU" sz="2000" b="0" u="none" strike="noStrike">
                <a:solidFill>
                  <a:srgbClr val="424A52"/>
                </a:solidFill>
                <a:effectLst/>
                <a:uFillTx/>
                <a:latin typeface="Arial"/>
                <a:ea typeface="DejaVu Sans"/>
              </a:rPr>
              <a:t>Визуализация: иконка медленного запуска, график потребления памяти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5760">
              <a:lnSpc>
                <a:spcPct val="150000"/>
              </a:lnSpc>
              <a:buClr>
                <a:srgbClr val="14B4C8"/>
              </a:buClr>
              <a:buFont typeface="Arial"/>
              <a:buAutoNum type="arabicPeriod"/>
            </a:pPr>
            <a:r>
              <a:rPr lang="ru-RU" sz="2000" b="0" u="none" strike="noStrike">
                <a:solidFill>
                  <a:srgbClr val="424A52"/>
                </a:solidFill>
                <a:effectLst/>
                <a:uFillTx/>
                <a:latin typeface="Arial"/>
                <a:ea typeface="DejaVu Sans"/>
              </a:rPr>
              <a:t>Текст: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5760">
              <a:lnSpc>
                <a:spcPct val="150000"/>
              </a:lnSpc>
              <a:buClr>
                <a:srgbClr val="14B4C8"/>
              </a:buClr>
              <a:buFont typeface="Arial"/>
              <a:buAutoNum type="arabicPeriod"/>
            </a:pPr>
            <a:r>
              <a:rPr lang="ru-RU" sz="2000" b="0" u="none" strike="noStrike">
                <a:solidFill>
                  <a:srgbClr val="424A52"/>
                </a:solidFill>
                <a:effectLst/>
                <a:uFillTx/>
                <a:latin typeface="Arial"/>
                <a:ea typeface="DejaVu Sans"/>
              </a:rPr>
              <a:t>Запуск 2–5 секунд – тормозит auto‑scaling в Kubernetes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5760">
              <a:lnSpc>
                <a:spcPct val="150000"/>
              </a:lnSpc>
              <a:buClr>
                <a:srgbClr val="14B4C8"/>
              </a:buClr>
              <a:buFont typeface="Arial"/>
              <a:buAutoNum type="arabicPeriod"/>
            </a:pPr>
            <a:r>
              <a:rPr lang="ru-RU" sz="2000" b="0" u="none" strike="noStrike">
                <a:solidFill>
                  <a:srgbClr val="424A52"/>
                </a:solidFill>
                <a:effectLst/>
                <a:uFillTx/>
                <a:latin typeface="Arial"/>
                <a:ea typeface="DejaVu Sans"/>
              </a:rPr>
              <a:t>Высокое потребление памяти – дорого в облаке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5760">
              <a:lnSpc>
                <a:spcPct val="150000"/>
              </a:lnSpc>
              <a:buClr>
                <a:srgbClr val="14B4C8"/>
              </a:buClr>
              <a:buFont typeface="Arial"/>
              <a:buAutoNum type="arabicPeriod"/>
            </a:pPr>
            <a:r>
              <a:rPr lang="ru-RU" sz="2000" b="0" u="none" strike="noStrike">
                <a:solidFill>
                  <a:srgbClr val="424A52"/>
                </a:solidFill>
                <a:effectLst/>
                <a:uFillTx/>
                <a:latin typeface="Arial"/>
                <a:ea typeface="DejaVu Sans"/>
              </a:rPr>
              <a:t>Тяжело достичь плотности развёртывания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5760">
              <a:lnSpc>
                <a:spcPct val="150000"/>
              </a:lnSpc>
              <a:buClr>
                <a:srgbClr val="14B4C8"/>
              </a:buClr>
              <a:buFont typeface="Arial"/>
              <a:buAutoNum type="arabicPeriod"/>
            </a:pPr>
            <a:r>
              <a:rPr lang="ru-RU" sz="2000" b="0" u="none" strike="noStrike">
                <a:solidFill>
                  <a:srgbClr val="424A52"/>
                </a:solidFill>
                <a:effectLst/>
                <a:uFillTx/>
                <a:latin typeface="Arial"/>
                <a:ea typeface="DejaVu Sans"/>
              </a:rPr>
              <a:t>Вывод: Нужен лёгкий, быстрый каркас для cloud‑native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CustomShape 1"/>
          <p:cNvSpPr/>
          <p:nvPr/>
        </p:nvSpPr>
        <p:spPr>
          <a:xfrm>
            <a:off x="6757560" y="2544480"/>
            <a:ext cx="151848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2 000 г.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CustomShape 2"/>
          <p:cNvSpPr/>
          <p:nvPr/>
        </p:nvSpPr>
        <p:spPr>
          <a:xfrm>
            <a:off x="6757560" y="3038760"/>
            <a:ext cx="187992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Начало работы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CustomShape 3"/>
          <p:cNvSpPr/>
          <p:nvPr/>
        </p:nvSpPr>
        <p:spPr>
          <a:xfrm>
            <a:off x="6757560" y="3566880"/>
            <a:ext cx="111564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300+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CustomShape 4"/>
          <p:cNvSpPr/>
          <p:nvPr/>
        </p:nvSpPr>
        <p:spPr>
          <a:xfrm>
            <a:off x="6757560" y="4061160"/>
            <a:ext cx="187992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Тренингов 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и программ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CustomShape 5"/>
          <p:cNvSpPr/>
          <p:nvPr/>
        </p:nvSpPr>
        <p:spPr>
          <a:xfrm>
            <a:off x="6766200" y="4830120"/>
            <a:ext cx="163692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60 000+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CustomShape 6"/>
          <p:cNvSpPr/>
          <p:nvPr/>
        </p:nvSpPr>
        <p:spPr>
          <a:xfrm>
            <a:off x="6766200" y="5277240"/>
            <a:ext cx="1694160" cy="48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Обученных специалистов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CustomShape 7"/>
          <p:cNvSpPr/>
          <p:nvPr/>
        </p:nvSpPr>
        <p:spPr>
          <a:xfrm>
            <a:off x="8996760" y="4812480"/>
            <a:ext cx="163692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1 000+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CustomShape 8"/>
          <p:cNvSpPr/>
          <p:nvPr/>
        </p:nvSpPr>
        <p:spPr>
          <a:xfrm>
            <a:off x="8996760" y="5301720"/>
            <a:ext cx="222480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Корпоративных 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клиентов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CustomShape 9"/>
          <p:cNvSpPr/>
          <p:nvPr/>
        </p:nvSpPr>
        <p:spPr>
          <a:xfrm>
            <a:off x="8992080" y="3563280"/>
            <a:ext cx="111564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250+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CustomShape 10"/>
          <p:cNvSpPr/>
          <p:nvPr/>
        </p:nvSpPr>
        <p:spPr>
          <a:xfrm>
            <a:off x="8992080" y="4057560"/>
            <a:ext cx="222480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Экспертов-практиков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CustomShape 11"/>
          <p:cNvSpPr/>
          <p:nvPr/>
        </p:nvSpPr>
        <p:spPr>
          <a:xfrm>
            <a:off x="9006840" y="2551320"/>
            <a:ext cx="163692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15 лет+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CustomShape 12"/>
          <p:cNvSpPr/>
          <p:nvPr/>
        </p:nvSpPr>
        <p:spPr>
          <a:xfrm>
            <a:off x="9006840" y="3045600"/>
            <a:ext cx="200052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На внешнем рынке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CustomShape 13"/>
          <p:cNvSpPr/>
          <p:nvPr/>
        </p:nvSpPr>
        <p:spPr>
          <a:xfrm>
            <a:off x="612720" y="259560"/>
            <a:ext cx="58852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CustomShape 14"/>
          <p:cNvSpPr/>
          <p:nvPr/>
        </p:nvSpPr>
        <p:spPr>
          <a:xfrm>
            <a:off x="612720" y="646200"/>
            <a:ext cx="10749600" cy="47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CustomShape 15"/>
          <p:cNvSpPr/>
          <p:nvPr/>
        </p:nvSpPr>
        <p:spPr>
          <a:xfrm>
            <a:off x="612720" y="1488600"/>
            <a:ext cx="10749600" cy="128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3" name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0" y="356760"/>
            <a:ext cx="11878920" cy="5943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CustomShape 43"/>
          <p:cNvSpPr/>
          <p:nvPr/>
        </p:nvSpPr>
        <p:spPr>
          <a:xfrm>
            <a:off x="6757560" y="2544480"/>
            <a:ext cx="151848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2 000 г.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CustomShape 44"/>
          <p:cNvSpPr/>
          <p:nvPr/>
        </p:nvSpPr>
        <p:spPr>
          <a:xfrm>
            <a:off x="6757560" y="3038760"/>
            <a:ext cx="187992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Начало работы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CustomShape 73"/>
          <p:cNvSpPr/>
          <p:nvPr/>
        </p:nvSpPr>
        <p:spPr>
          <a:xfrm>
            <a:off x="6757560" y="3566880"/>
            <a:ext cx="111564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300+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CustomShape 74"/>
          <p:cNvSpPr/>
          <p:nvPr/>
        </p:nvSpPr>
        <p:spPr>
          <a:xfrm>
            <a:off x="6757560" y="4061160"/>
            <a:ext cx="187992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Тренингов 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и программ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CustomShape 75"/>
          <p:cNvSpPr/>
          <p:nvPr/>
        </p:nvSpPr>
        <p:spPr>
          <a:xfrm>
            <a:off x="6766200" y="4830120"/>
            <a:ext cx="163692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60 000+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CustomShape 76"/>
          <p:cNvSpPr/>
          <p:nvPr/>
        </p:nvSpPr>
        <p:spPr>
          <a:xfrm>
            <a:off x="6766200" y="5277240"/>
            <a:ext cx="1694160" cy="48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Обученных специалистов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CustomShape 77"/>
          <p:cNvSpPr/>
          <p:nvPr/>
        </p:nvSpPr>
        <p:spPr>
          <a:xfrm>
            <a:off x="8996760" y="4812480"/>
            <a:ext cx="163692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1 000+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CustomShape 78"/>
          <p:cNvSpPr/>
          <p:nvPr/>
        </p:nvSpPr>
        <p:spPr>
          <a:xfrm>
            <a:off x="8996760" y="5301720"/>
            <a:ext cx="222480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Корпоративных 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клиентов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CustomShape 79"/>
          <p:cNvSpPr/>
          <p:nvPr/>
        </p:nvSpPr>
        <p:spPr>
          <a:xfrm>
            <a:off x="8992080" y="3563280"/>
            <a:ext cx="111564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250+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CustomShape 80"/>
          <p:cNvSpPr/>
          <p:nvPr/>
        </p:nvSpPr>
        <p:spPr>
          <a:xfrm>
            <a:off x="8992080" y="4057560"/>
            <a:ext cx="222480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Экспертов-практиков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CustomShape 81"/>
          <p:cNvSpPr/>
          <p:nvPr/>
        </p:nvSpPr>
        <p:spPr>
          <a:xfrm>
            <a:off x="9006840" y="2551320"/>
            <a:ext cx="163692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15 лет+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CustomShape 82"/>
          <p:cNvSpPr/>
          <p:nvPr/>
        </p:nvSpPr>
        <p:spPr>
          <a:xfrm>
            <a:off x="9006840" y="3045600"/>
            <a:ext cx="200052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На внешнем рынке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CustomShape 83"/>
          <p:cNvSpPr/>
          <p:nvPr/>
        </p:nvSpPr>
        <p:spPr>
          <a:xfrm>
            <a:off x="612720" y="259560"/>
            <a:ext cx="58852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CustomShape 84"/>
          <p:cNvSpPr/>
          <p:nvPr/>
        </p:nvSpPr>
        <p:spPr>
          <a:xfrm>
            <a:off x="612720" y="646200"/>
            <a:ext cx="10749600" cy="47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CustomShape 85"/>
          <p:cNvSpPr/>
          <p:nvPr/>
        </p:nvSpPr>
        <p:spPr>
          <a:xfrm>
            <a:off x="612720" y="1488600"/>
            <a:ext cx="10749600" cy="128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9" name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626480" y="180000"/>
            <a:ext cx="8703360" cy="648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CustomShape 1"/>
          <p:cNvSpPr/>
          <p:nvPr/>
        </p:nvSpPr>
        <p:spPr>
          <a:xfrm>
            <a:off x="612720" y="3791880"/>
            <a:ext cx="5885640" cy="68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CustomShape 2"/>
          <p:cNvSpPr/>
          <p:nvPr/>
        </p:nvSpPr>
        <p:spPr>
          <a:xfrm>
            <a:off x="496440" y="2260800"/>
            <a:ext cx="5885640" cy="12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2" name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80000" y="25920"/>
            <a:ext cx="9359280" cy="6839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CustomShape 1"/>
          <p:cNvSpPr/>
          <p:nvPr/>
        </p:nvSpPr>
        <p:spPr>
          <a:xfrm>
            <a:off x="6757560" y="2544480"/>
            <a:ext cx="151848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2 000 г.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CustomShape 2"/>
          <p:cNvSpPr/>
          <p:nvPr/>
        </p:nvSpPr>
        <p:spPr>
          <a:xfrm>
            <a:off x="6757560" y="3038760"/>
            <a:ext cx="187992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Начало работы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CustomShape 3"/>
          <p:cNvSpPr/>
          <p:nvPr/>
        </p:nvSpPr>
        <p:spPr>
          <a:xfrm>
            <a:off x="6757560" y="3566880"/>
            <a:ext cx="111564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300+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CustomShape 4"/>
          <p:cNvSpPr/>
          <p:nvPr/>
        </p:nvSpPr>
        <p:spPr>
          <a:xfrm>
            <a:off x="6757560" y="4061160"/>
            <a:ext cx="187992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Тренингов 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и программ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CustomShape 5"/>
          <p:cNvSpPr/>
          <p:nvPr/>
        </p:nvSpPr>
        <p:spPr>
          <a:xfrm>
            <a:off x="6766200" y="4830120"/>
            <a:ext cx="163692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60 000+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CustomShape 6"/>
          <p:cNvSpPr/>
          <p:nvPr/>
        </p:nvSpPr>
        <p:spPr>
          <a:xfrm>
            <a:off x="6766200" y="5277240"/>
            <a:ext cx="1694160" cy="48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Обученных специалистов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CustomShape 7"/>
          <p:cNvSpPr/>
          <p:nvPr/>
        </p:nvSpPr>
        <p:spPr>
          <a:xfrm>
            <a:off x="8996760" y="4812480"/>
            <a:ext cx="163692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1 000+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CustomShape 8"/>
          <p:cNvSpPr/>
          <p:nvPr/>
        </p:nvSpPr>
        <p:spPr>
          <a:xfrm>
            <a:off x="8996760" y="5301720"/>
            <a:ext cx="222480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Корпоративных 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клиентов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CustomShape 9"/>
          <p:cNvSpPr/>
          <p:nvPr/>
        </p:nvSpPr>
        <p:spPr>
          <a:xfrm>
            <a:off x="8992080" y="3563280"/>
            <a:ext cx="111564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250+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CustomShape 10"/>
          <p:cNvSpPr/>
          <p:nvPr/>
        </p:nvSpPr>
        <p:spPr>
          <a:xfrm>
            <a:off x="8992080" y="4057560"/>
            <a:ext cx="222480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Экспертов-практиков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CustomShape 11"/>
          <p:cNvSpPr/>
          <p:nvPr/>
        </p:nvSpPr>
        <p:spPr>
          <a:xfrm>
            <a:off x="9006840" y="2551320"/>
            <a:ext cx="163692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15 лет+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CustomShape 12"/>
          <p:cNvSpPr/>
          <p:nvPr/>
        </p:nvSpPr>
        <p:spPr>
          <a:xfrm>
            <a:off x="9006840" y="3045600"/>
            <a:ext cx="200052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На внешнем рынке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CustomShape 13"/>
          <p:cNvSpPr/>
          <p:nvPr/>
        </p:nvSpPr>
        <p:spPr>
          <a:xfrm>
            <a:off x="612720" y="259560"/>
            <a:ext cx="58852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6" name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41600" y="401760"/>
            <a:ext cx="10486440" cy="4961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CustomShape 30"/>
          <p:cNvSpPr/>
          <p:nvPr/>
        </p:nvSpPr>
        <p:spPr>
          <a:xfrm>
            <a:off x="6757560" y="2544480"/>
            <a:ext cx="151848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2 000 г.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CustomShape 31"/>
          <p:cNvSpPr/>
          <p:nvPr/>
        </p:nvSpPr>
        <p:spPr>
          <a:xfrm>
            <a:off x="6757560" y="3038760"/>
            <a:ext cx="187992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Начало работы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CustomShape 32"/>
          <p:cNvSpPr/>
          <p:nvPr/>
        </p:nvSpPr>
        <p:spPr>
          <a:xfrm>
            <a:off x="6757560" y="3566880"/>
            <a:ext cx="111564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300+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CustomShape 33"/>
          <p:cNvSpPr/>
          <p:nvPr/>
        </p:nvSpPr>
        <p:spPr>
          <a:xfrm>
            <a:off x="6757560" y="4061160"/>
            <a:ext cx="187992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Тренингов 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и программ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CustomShape 34"/>
          <p:cNvSpPr/>
          <p:nvPr/>
        </p:nvSpPr>
        <p:spPr>
          <a:xfrm>
            <a:off x="6766200" y="4830120"/>
            <a:ext cx="163692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60 000+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CustomShape 35"/>
          <p:cNvSpPr/>
          <p:nvPr/>
        </p:nvSpPr>
        <p:spPr>
          <a:xfrm>
            <a:off x="6766200" y="5277240"/>
            <a:ext cx="1694160" cy="48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Обученных специалистов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CustomShape 36"/>
          <p:cNvSpPr/>
          <p:nvPr/>
        </p:nvSpPr>
        <p:spPr>
          <a:xfrm>
            <a:off x="8996760" y="4812480"/>
            <a:ext cx="163692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1 000+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CustomShape 37"/>
          <p:cNvSpPr/>
          <p:nvPr/>
        </p:nvSpPr>
        <p:spPr>
          <a:xfrm>
            <a:off x="8996760" y="5301720"/>
            <a:ext cx="222480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Корпоративных 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клиентов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CustomShape 38"/>
          <p:cNvSpPr/>
          <p:nvPr/>
        </p:nvSpPr>
        <p:spPr>
          <a:xfrm>
            <a:off x="8992080" y="3563280"/>
            <a:ext cx="111564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250+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CustomShape 39"/>
          <p:cNvSpPr/>
          <p:nvPr/>
        </p:nvSpPr>
        <p:spPr>
          <a:xfrm>
            <a:off x="8992080" y="4057560"/>
            <a:ext cx="222480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Экспертов-практиков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CustomShape 40"/>
          <p:cNvSpPr/>
          <p:nvPr/>
        </p:nvSpPr>
        <p:spPr>
          <a:xfrm>
            <a:off x="9006840" y="2551320"/>
            <a:ext cx="163692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15 лет+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CustomShape 41"/>
          <p:cNvSpPr/>
          <p:nvPr/>
        </p:nvSpPr>
        <p:spPr>
          <a:xfrm>
            <a:off x="9006840" y="3045600"/>
            <a:ext cx="200052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На внешнем рынке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9" name="CustomShape 42"/>
          <p:cNvSpPr/>
          <p:nvPr/>
        </p:nvSpPr>
        <p:spPr>
          <a:xfrm>
            <a:off x="612720" y="259560"/>
            <a:ext cx="58852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0" name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496880" y="541440"/>
            <a:ext cx="9057960" cy="5914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CustomShape 60"/>
          <p:cNvSpPr/>
          <p:nvPr/>
        </p:nvSpPr>
        <p:spPr>
          <a:xfrm>
            <a:off x="6757560" y="2544480"/>
            <a:ext cx="151848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2 000 г.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CustomShape 61"/>
          <p:cNvSpPr/>
          <p:nvPr/>
        </p:nvSpPr>
        <p:spPr>
          <a:xfrm>
            <a:off x="6757560" y="3038760"/>
            <a:ext cx="187992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Начало работы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3" name="CustomShape 62"/>
          <p:cNvSpPr/>
          <p:nvPr/>
        </p:nvSpPr>
        <p:spPr>
          <a:xfrm>
            <a:off x="6757560" y="3566880"/>
            <a:ext cx="111564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300+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CustomShape 63"/>
          <p:cNvSpPr/>
          <p:nvPr/>
        </p:nvSpPr>
        <p:spPr>
          <a:xfrm>
            <a:off x="6757560" y="4061160"/>
            <a:ext cx="187992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Тренингов 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и программ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CustomShape 64"/>
          <p:cNvSpPr/>
          <p:nvPr/>
        </p:nvSpPr>
        <p:spPr>
          <a:xfrm>
            <a:off x="6766200" y="4830120"/>
            <a:ext cx="163692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60 000+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CustomShape 65"/>
          <p:cNvSpPr/>
          <p:nvPr/>
        </p:nvSpPr>
        <p:spPr>
          <a:xfrm>
            <a:off x="6766200" y="5277240"/>
            <a:ext cx="1694160" cy="48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Обученных специалистов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CustomShape 66"/>
          <p:cNvSpPr/>
          <p:nvPr/>
        </p:nvSpPr>
        <p:spPr>
          <a:xfrm>
            <a:off x="8996760" y="4812480"/>
            <a:ext cx="163692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1 000+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8" name="CustomShape 67"/>
          <p:cNvSpPr/>
          <p:nvPr/>
        </p:nvSpPr>
        <p:spPr>
          <a:xfrm>
            <a:off x="8996760" y="5301720"/>
            <a:ext cx="222480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Корпоративных 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клиентов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CustomShape 68"/>
          <p:cNvSpPr/>
          <p:nvPr/>
        </p:nvSpPr>
        <p:spPr>
          <a:xfrm>
            <a:off x="8992080" y="3563280"/>
            <a:ext cx="111564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250+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CustomShape 69"/>
          <p:cNvSpPr/>
          <p:nvPr/>
        </p:nvSpPr>
        <p:spPr>
          <a:xfrm>
            <a:off x="8992080" y="4057560"/>
            <a:ext cx="222480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Экспертов-практиков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1" name="CustomShape 70"/>
          <p:cNvSpPr/>
          <p:nvPr/>
        </p:nvSpPr>
        <p:spPr>
          <a:xfrm>
            <a:off x="9006840" y="2551320"/>
            <a:ext cx="163692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15 лет+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CustomShape 71"/>
          <p:cNvSpPr/>
          <p:nvPr/>
        </p:nvSpPr>
        <p:spPr>
          <a:xfrm>
            <a:off x="9006840" y="3045600"/>
            <a:ext cx="200052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На внешнем рынке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CustomShape 72"/>
          <p:cNvSpPr/>
          <p:nvPr/>
        </p:nvSpPr>
        <p:spPr>
          <a:xfrm>
            <a:off x="612720" y="259560"/>
            <a:ext cx="58852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4" name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455840" y="790920"/>
            <a:ext cx="9057960" cy="5343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CustomShape 45"/>
          <p:cNvSpPr/>
          <p:nvPr/>
        </p:nvSpPr>
        <p:spPr>
          <a:xfrm>
            <a:off x="6757560" y="2544480"/>
            <a:ext cx="151848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2 000 г.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CustomShape 46"/>
          <p:cNvSpPr/>
          <p:nvPr/>
        </p:nvSpPr>
        <p:spPr>
          <a:xfrm>
            <a:off x="6757560" y="3038760"/>
            <a:ext cx="187992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Начало работы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CustomShape 47"/>
          <p:cNvSpPr/>
          <p:nvPr/>
        </p:nvSpPr>
        <p:spPr>
          <a:xfrm>
            <a:off x="6757560" y="3566880"/>
            <a:ext cx="111564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300+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8" name="CustomShape 48"/>
          <p:cNvSpPr/>
          <p:nvPr/>
        </p:nvSpPr>
        <p:spPr>
          <a:xfrm>
            <a:off x="6757560" y="4061160"/>
            <a:ext cx="187992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Тренингов 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и программ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9" name="CustomShape 49"/>
          <p:cNvSpPr/>
          <p:nvPr/>
        </p:nvSpPr>
        <p:spPr>
          <a:xfrm>
            <a:off x="6766200" y="4830120"/>
            <a:ext cx="163692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60 000+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0" name="CustomShape 50"/>
          <p:cNvSpPr/>
          <p:nvPr/>
        </p:nvSpPr>
        <p:spPr>
          <a:xfrm>
            <a:off x="6766200" y="5277240"/>
            <a:ext cx="1694160" cy="48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Обученных специалистов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1" name="CustomShape 51"/>
          <p:cNvSpPr/>
          <p:nvPr/>
        </p:nvSpPr>
        <p:spPr>
          <a:xfrm>
            <a:off x="8996760" y="4812480"/>
            <a:ext cx="163692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1 000+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CustomShape 52"/>
          <p:cNvSpPr/>
          <p:nvPr/>
        </p:nvSpPr>
        <p:spPr>
          <a:xfrm>
            <a:off x="8996760" y="5301720"/>
            <a:ext cx="222480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Корпоративных 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клиентов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CustomShape 53"/>
          <p:cNvSpPr/>
          <p:nvPr/>
        </p:nvSpPr>
        <p:spPr>
          <a:xfrm>
            <a:off x="8992080" y="3563280"/>
            <a:ext cx="111564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250+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CustomShape 54"/>
          <p:cNvSpPr/>
          <p:nvPr/>
        </p:nvSpPr>
        <p:spPr>
          <a:xfrm>
            <a:off x="8992080" y="4057560"/>
            <a:ext cx="222480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Экспертов-практиков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CustomShape 55"/>
          <p:cNvSpPr/>
          <p:nvPr/>
        </p:nvSpPr>
        <p:spPr>
          <a:xfrm>
            <a:off x="9006840" y="2551320"/>
            <a:ext cx="163692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15 лет+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CustomShape 56"/>
          <p:cNvSpPr/>
          <p:nvPr/>
        </p:nvSpPr>
        <p:spPr>
          <a:xfrm>
            <a:off x="9006840" y="3045600"/>
            <a:ext cx="200052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На внешнем рынке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7" name="CustomShape 57"/>
          <p:cNvSpPr/>
          <p:nvPr/>
        </p:nvSpPr>
        <p:spPr>
          <a:xfrm>
            <a:off x="612720" y="259560"/>
            <a:ext cx="58852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CustomShape 58"/>
          <p:cNvSpPr/>
          <p:nvPr/>
        </p:nvSpPr>
        <p:spPr>
          <a:xfrm>
            <a:off x="612720" y="646200"/>
            <a:ext cx="10749600" cy="47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ru-RU" sz="2860" b="1" u="none" strike="noStrike">
                <a:solidFill>
                  <a:srgbClr val="243F90"/>
                </a:solidFill>
                <a:effectLst/>
                <a:uFillTx/>
                <a:latin typeface="Arial"/>
                <a:ea typeface="Arial"/>
              </a:rPr>
              <a:t>Пример оформления кода</a:t>
            </a:r>
            <a:endParaRPr lang="ru-RU" sz="2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9" name="CustomShape 59"/>
          <p:cNvSpPr/>
          <p:nvPr/>
        </p:nvSpPr>
        <p:spPr>
          <a:xfrm>
            <a:off x="603720" y="1455840"/>
            <a:ext cx="11051640" cy="3947040"/>
          </a:xfrm>
          <a:prstGeom prst="rect">
            <a:avLst/>
          </a:prstGeom>
          <a:solidFill>
            <a:srgbClr val="FBFCFD"/>
          </a:solidFill>
          <a:ln cap="rnd" w="19080">
            <a:solidFill>
              <a:srgbClr val="9BBB59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122040" tIns="60840" rIns="122040" bIns="60840" anchor="ctr">
            <a:noAutofit/>
          </a:bodyPr>
          <a:p>
            <a:pPr>
              <a:lnSpc>
                <a:spcPct val="100000"/>
              </a:lnSpc>
            </a:pPr>
            <a:r>
              <a:rPr lang="ru-RU" sz="1800" b="0" u="none" strike="noStrike">
                <a:solidFill>
                  <a:srgbClr val="0033B3"/>
                </a:solidFill>
                <a:effectLst/>
                <a:uFillTx/>
                <a:latin typeface="Consolas"/>
                <a:ea typeface="DejaVu Sans"/>
              </a:rPr>
              <a:t>public final class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SimpleGrantedAuthority </a:t>
            </a:r>
            <a:r>
              <a:rPr lang="ru-RU" sz="1800" b="0" u="none" strike="noStrike">
                <a:solidFill>
                  <a:srgbClr val="0033B3"/>
                </a:solidFill>
                <a:effectLst/>
                <a:uFillTx/>
                <a:latin typeface="Consolas"/>
                <a:ea typeface="DejaVu Sans"/>
              </a:rPr>
              <a:t>implements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GrantedAuthority </a:t>
            </a:r>
            <a:r>
              <a:rPr lang="ru-RU" sz="1800" b="0" u="none" strike="noStrike">
                <a:solidFill>
                  <a:srgbClr val="080808"/>
                </a:solidFill>
                <a:effectLst/>
                <a:uFillTx/>
                <a:latin typeface="Consolas"/>
                <a:ea typeface="DejaVu Sans"/>
              </a:rPr>
              <a:t>{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800" b="0" u="none" strike="noStrike">
                <a:solidFill>
                  <a:srgbClr val="080808"/>
                </a:solidFill>
                <a:effectLst/>
                <a:uFillTx/>
                <a:latin typeface="Consolas"/>
                <a:ea typeface="DejaVu Sans"/>
              </a:rPr>
              <a:t>   </a:t>
            </a:r>
            <a:r>
              <a:rPr lang="ru-RU" sz="1800" b="0" u="none" strike="noStrike">
                <a:solidFill>
                  <a:srgbClr val="0033B3"/>
                </a:solidFill>
                <a:effectLst/>
                <a:uFillTx/>
                <a:latin typeface="Consolas"/>
                <a:ea typeface="DejaVu Sans"/>
              </a:rPr>
              <a:t>private final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String </a:t>
            </a:r>
            <a:r>
              <a:rPr lang="ru-RU" sz="1800" b="0" u="none" strike="noStrike">
                <a:solidFill>
                  <a:srgbClr val="871094"/>
                </a:solidFill>
                <a:effectLst/>
                <a:uFillTx/>
                <a:latin typeface="Consolas"/>
                <a:ea typeface="DejaVu Sans"/>
              </a:rPr>
              <a:t>role</a:t>
            </a:r>
            <a:r>
              <a:rPr lang="ru-RU" sz="1800" b="0" u="none" strike="noStrike">
                <a:solidFill>
                  <a:srgbClr val="080808"/>
                </a:solidFill>
                <a:effectLst/>
                <a:uFillTx/>
                <a:latin typeface="Consolas"/>
                <a:ea typeface="DejaVu Sans"/>
              </a:rPr>
              <a:t>;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800" b="0" u="none" strike="noStrike">
                <a:solidFill>
                  <a:srgbClr val="080808"/>
                </a:solidFill>
                <a:effectLst/>
                <a:uFillTx/>
                <a:latin typeface="Consolas"/>
                <a:ea typeface="DejaVu Sans"/>
              </a:rPr>
              <a:t>   </a:t>
            </a:r>
            <a:r>
              <a:rPr lang="ru-RU" sz="1800" b="0" u="none" strike="noStrike">
                <a:solidFill>
                  <a:srgbClr val="0033B3"/>
                </a:solidFill>
                <a:effectLst/>
                <a:uFillTx/>
                <a:latin typeface="Consolas"/>
                <a:ea typeface="DejaVu Sans"/>
              </a:rPr>
              <a:t>public </a:t>
            </a:r>
            <a:r>
              <a:rPr lang="ru-RU" sz="1800" b="0" u="none" strike="noStrike">
                <a:solidFill>
                  <a:srgbClr val="00627A"/>
                </a:solidFill>
                <a:effectLst/>
                <a:uFillTx/>
                <a:latin typeface="Consolas"/>
                <a:ea typeface="DejaVu Sans"/>
              </a:rPr>
              <a:t>SimpleGrantedAuthority</a:t>
            </a:r>
            <a:r>
              <a:rPr lang="ru-RU" sz="1800" b="0" u="none" strike="noStrike">
                <a:solidFill>
                  <a:srgbClr val="080808"/>
                </a:solidFill>
                <a:effectLst/>
                <a:uFillTx/>
                <a:latin typeface="Consolas"/>
                <a:ea typeface="DejaVu Sans"/>
              </a:rPr>
              <a:t>(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String </a:t>
            </a:r>
            <a:r>
              <a:rPr lang="ru-RU" sz="1800" b="0" u="none" strike="noStrike">
                <a:solidFill>
                  <a:srgbClr val="080808"/>
                </a:solidFill>
                <a:effectLst/>
                <a:uFillTx/>
                <a:latin typeface="Consolas"/>
                <a:ea typeface="DejaVu Sans"/>
              </a:rPr>
              <a:t>role) {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800" b="0" u="none" strike="noStrike">
                <a:solidFill>
                  <a:srgbClr val="080808"/>
                </a:solidFill>
                <a:effectLst/>
                <a:uFillTx/>
                <a:latin typeface="Consolas"/>
                <a:ea typeface="DejaVu Sans"/>
              </a:rPr>
              <a:t>      </a:t>
            </a:r>
            <a:r>
              <a:rPr lang="ru-RU" sz="1800" b="0" u="none" strike="noStrike">
                <a:solidFill>
                  <a:srgbClr val="0033B3"/>
                </a:solidFill>
                <a:effectLst/>
                <a:uFillTx/>
                <a:latin typeface="Consolas"/>
                <a:ea typeface="DejaVu Sans"/>
              </a:rPr>
              <a:t>this</a:t>
            </a:r>
            <a:r>
              <a:rPr lang="ru-RU" sz="1800" b="0" u="none" strike="noStrike">
                <a:solidFill>
                  <a:srgbClr val="080808"/>
                </a:solidFill>
                <a:effectLst/>
                <a:uFillTx/>
                <a:latin typeface="Consolas"/>
                <a:ea typeface="DejaVu Sans"/>
              </a:rPr>
              <a:t>.</a:t>
            </a:r>
            <a:r>
              <a:rPr lang="ru-RU" sz="1800" b="0" u="none" strike="noStrike">
                <a:solidFill>
                  <a:srgbClr val="871094"/>
                </a:solidFill>
                <a:effectLst/>
                <a:uFillTx/>
                <a:latin typeface="Consolas"/>
                <a:ea typeface="DejaVu Sans"/>
              </a:rPr>
              <a:t>role </a:t>
            </a:r>
            <a:r>
              <a:rPr lang="ru-RU" sz="1800" b="0" u="none" strike="noStrike">
                <a:solidFill>
                  <a:srgbClr val="080808"/>
                </a:solidFill>
                <a:effectLst/>
                <a:uFillTx/>
                <a:latin typeface="Consolas"/>
                <a:ea typeface="DejaVu Sans"/>
              </a:rPr>
              <a:t>= role;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800" b="0" u="none" strike="noStrike">
                <a:solidFill>
                  <a:srgbClr val="080808"/>
                </a:solidFill>
                <a:effectLst/>
                <a:uFillTx/>
                <a:latin typeface="Consolas"/>
                <a:ea typeface="DejaVu Sans"/>
              </a:rPr>
              <a:t>   }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800" b="0" u="none" strike="noStrike">
                <a:solidFill>
                  <a:srgbClr val="080808"/>
                </a:solidFill>
                <a:effectLst/>
                <a:uFillTx/>
                <a:latin typeface="Consolas"/>
                <a:ea typeface="DejaVu Sans"/>
              </a:rPr>
              <a:t>   </a:t>
            </a:r>
            <a:r>
              <a:rPr lang="ru-RU" sz="1800" b="0" u="none" strike="noStrike">
                <a:solidFill>
                  <a:srgbClr val="9E880D"/>
                </a:solidFill>
                <a:effectLst/>
                <a:uFillTx/>
                <a:latin typeface="Consolas"/>
                <a:ea typeface="DejaVu Sans"/>
              </a:rPr>
              <a:t>@Override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800" b="0" u="none" strike="noStrike">
                <a:solidFill>
                  <a:srgbClr val="9E880D"/>
                </a:solidFill>
                <a:effectLst/>
                <a:uFillTx/>
                <a:latin typeface="Consolas"/>
                <a:ea typeface="DejaVu Sans"/>
              </a:rPr>
              <a:t>   </a:t>
            </a:r>
            <a:r>
              <a:rPr lang="ru-RU" sz="1800" b="0" u="none" strike="noStrike">
                <a:solidFill>
                  <a:srgbClr val="0033B3"/>
                </a:solidFill>
                <a:effectLst/>
                <a:uFillTx/>
                <a:latin typeface="Consolas"/>
                <a:ea typeface="DejaVu Sans"/>
              </a:rPr>
              <a:t>public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String </a:t>
            </a:r>
            <a:r>
              <a:rPr lang="ru-RU" sz="1800" b="0" u="none" strike="noStrike">
                <a:solidFill>
                  <a:srgbClr val="00627A"/>
                </a:solidFill>
                <a:effectLst/>
                <a:uFillTx/>
                <a:latin typeface="Consolas"/>
                <a:ea typeface="DejaVu Sans"/>
              </a:rPr>
              <a:t>getAuthority</a:t>
            </a:r>
            <a:r>
              <a:rPr lang="ru-RU" sz="1800" b="0" u="none" strike="noStrike">
                <a:solidFill>
                  <a:srgbClr val="080808"/>
                </a:solidFill>
                <a:effectLst/>
                <a:uFillTx/>
                <a:latin typeface="Consolas"/>
                <a:ea typeface="DejaVu Sans"/>
              </a:rPr>
              <a:t>() {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800" b="0" u="none" strike="noStrike">
                <a:solidFill>
                  <a:srgbClr val="080808"/>
                </a:solidFill>
                <a:effectLst/>
                <a:uFillTx/>
                <a:latin typeface="Consolas"/>
                <a:ea typeface="DejaVu Sans"/>
              </a:rPr>
              <a:t>      </a:t>
            </a:r>
            <a:r>
              <a:rPr lang="ru-RU" sz="1800" b="0" u="none" strike="noStrike">
                <a:solidFill>
                  <a:srgbClr val="0033B3"/>
                </a:solidFill>
                <a:effectLst/>
                <a:uFillTx/>
                <a:latin typeface="Consolas"/>
                <a:ea typeface="DejaVu Sans"/>
              </a:rPr>
              <a:t>return this</a:t>
            </a:r>
            <a:r>
              <a:rPr lang="ru-RU" sz="1800" b="0" u="none" strike="noStrike">
                <a:solidFill>
                  <a:srgbClr val="080808"/>
                </a:solidFill>
                <a:effectLst/>
                <a:uFillTx/>
                <a:latin typeface="Consolas"/>
                <a:ea typeface="DejaVu Sans"/>
              </a:rPr>
              <a:t>.</a:t>
            </a:r>
            <a:r>
              <a:rPr lang="ru-RU" sz="1800" b="0" u="none" strike="noStrike">
                <a:solidFill>
                  <a:srgbClr val="871094"/>
                </a:solidFill>
                <a:effectLst/>
                <a:uFillTx/>
                <a:latin typeface="Consolas"/>
                <a:ea typeface="DejaVu Sans"/>
              </a:rPr>
              <a:t>role</a:t>
            </a:r>
            <a:r>
              <a:rPr lang="ru-RU" sz="1800" b="0" u="none" strike="noStrike">
                <a:solidFill>
                  <a:srgbClr val="080808"/>
                </a:solidFill>
                <a:effectLst/>
                <a:uFillTx/>
                <a:latin typeface="Consolas"/>
                <a:ea typeface="DejaVu Sans"/>
              </a:rPr>
              <a:t>;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800" b="0" u="none" strike="noStrike">
                <a:solidFill>
                  <a:srgbClr val="080808"/>
                </a:solidFill>
                <a:effectLst/>
                <a:uFillTx/>
                <a:latin typeface="Consolas"/>
                <a:ea typeface="DejaVu Sans"/>
              </a:rPr>
              <a:t>   }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800" b="0" u="none" strike="noStrike">
                <a:solidFill>
                  <a:srgbClr val="080808"/>
                </a:solidFill>
                <a:effectLst/>
                <a:uFillTx/>
                <a:latin typeface="Consolas"/>
                <a:ea typeface="DejaVu Sans"/>
              </a:rPr>
              <a:t>}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CustomShape 1"/>
          <p:cNvSpPr/>
          <p:nvPr/>
        </p:nvSpPr>
        <p:spPr>
          <a:xfrm>
            <a:off x="6757560" y="2544480"/>
            <a:ext cx="151848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2 000 г.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CustomShape 2"/>
          <p:cNvSpPr/>
          <p:nvPr/>
        </p:nvSpPr>
        <p:spPr>
          <a:xfrm>
            <a:off x="6757560" y="3038760"/>
            <a:ext cx="187992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Начало работы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CustomShape 3"/>
          <p:cNvSpPr/>
          <p:nvPr/>
        </p:nvSpPr>
        <p:spPr>
          <a:xfrm>
            <a:off x="6757560" y="3566880"/>
            <a:ext cx="111564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300+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3" name="CustomShape 4"/>
          <p:cNvSpPr/>
          <p:nvPr/>
        </p:nvSpPr>
        <p:spPr>
          <a:xfrm>
            <a:off x="6757560" y="4061160"/>
            <a:ext cx="187992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Тренингов 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и программ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4" name="CustomShape 5"/>
          <p:cNvSpPr/>
          <p:nvPr/>
        </p:nvSpPr>
        <p:spPr>
          <a:xfrm>
            <a:off x="6766200" y="4830120"/>
            <a:ext cx="163692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60 000+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5" name="CustomShape 6"/>
          <p:cNvSpPr/>
          <p:nvPr/>
        </p:nvSpPr>
        <p:spPr>
          <a:xfrm>
            <a:off x="6766200" y="5277240"/>
            <a:ext cx="1694160" cy="48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Обученных специалистов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CustomShape 7"/>
          <p:cNvSpPr/>
          <p:nvPr/>
        </p:nvSpPr>
        <p:spPr>
          <a:xfrm>
            <a:off x="8996760" y="4812480"/>
            <a:ext cx="163692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1 000+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CustomShape 8"/>
          <p:cNvSpPr/>
          <p:nvPr/>
        </p:nvSpPr>
        <p:spPr>
          <a:xfrm>
            <a:off x="8996760" y="5301720"/>
            <a:ext cx="222480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Корпоративных 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клиентов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CustomShape 9"/>
          <p:cNvSpPr/>
          <p:nvPr/>
        </p:nvSpPr>
        <p:spPr>
          <a:xfrm>
            <a:off x="8992080" y="3563280"/>
            <a:ext cx="111564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250+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CustomShape 10"/>
          <p:cNvSpPr/>
          <p:nvPr/>
        </p:nvSpPr>
        <p:spPr>
          <a:xfrm>
            <a:off x="8992080" y="4057560"/>
            <a:ext cx="222480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Экспертов-практиков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0" name="CustomShape 11"/>
          <p:cNvSpPr/>
          <p:nvPr/>
        </p:nvSpPr>
        <p:spPr>
          <a:xfrm>
            <a:off x="9006840" y="2551320"/>
            <a:ext cx="163692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3120" b="1" u="none" spc="-20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15 лет+</a:t>
            </a:r>
            <a:endParaRPr lang="ru-RU" sz="3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CustomShape 12"/>
          <p:cNvSpPr/>
          <p:nvPr/>
        </p:nvSpPr>
        <p:spPr>
          <a:xfrm>
            <a:off x="9006840" y="3045600"/>
            <a:ext cx="200052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noAutofit/>
          </a:bodyPr>
          <a:p>
            <a:pPr marL="16560">
              <a:lnSpc>
                <a:spcPct val="100000"/>
              </a:lnSpc>
            </a:pPr>
            <a:r>
              <a:rPr lang="ru-RU" sz="1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На внешнем рынке</a:t>
            </a:r>
            <a:endParaRPr lang="ru-RU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CustomShape 13"/>
          <p:cNvSpPr/>
          <p:nvPr/>
        </p:nvSpPr>
        <p:spPr>
          <a:xfrm>
            <a:off x="612720" y="259560"/>
            <a:ext cx="58852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ru-RU" sz="1040" b="0" u="none" strike="noStrike" cap="all">
                <a:solidFill>
                  <a:srgbClr val="87929E"/>
                </a:solidFill>
                <a:effectLst/>
                <a:uFillTx/>
                <a:latin typeface="Arial"/>
                <a:ea typeface="DejaVu Sans"/>
              </a:rPr>
              <a:t>Что дальше?</a:t>
            </a:r>
            <a:endParaRPr lang="ru-RU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CustomShape 14"/>
          <p:cNvSpPr/>
          <p:nvPr/>
        </p:nvSpPr>
        <p:spPr>
          <a:xfrm>
            <a:off x="612720" y="646200"/>
            <a:ext cx="10749600" cy="47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ru-RU" sz="2860" b="1" u="none" strike="noStrike">
                <a:solidFill>
                  <a:srgbClr val="243F90"/>
                </a:solidFill>
                <a:effectLst/>
                <a:uFillTx/>
                <a:latin typeface="Arial"/>
                <a:ea typeface="Arial"/>
              </a:rPr>
              <a:t>Материалы для самостоятельного изучения</a:t>
            </a:r>
            <a:endParaRPr lang="ru-RU" sz="2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4" name="CustomShape 15"/>
          <p:cNvSpPr/>
          <p:nvPr/>
        </p:nvSpPr>
        <p:spPr>
          <a:xfrm>
            <a:off x="600120" y="1308600"/>
            <a:ext cx="1074960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90000" bIns="45000" anchor="t">
            <a:noAutofit/>
          </a:bodyPr>
          <a:p>
            <a:pPr marL="234000" indent="-232560">
              <a:lnSpc>
                <a:spcPct val="100000"/>
              </a:lnSpc>
              <a:buClr>
                <a:srgbClr val="14B4C8"/>
              </a:buClr>
              <a:buFont typeface="Wingdings" charset="2"/>
              <a:buChar char=""/>
            </a:pPr>
            <a:r>
              <a:rPr lang="ru-RU" sz="2000" b="1" u="none" strike="noStrike">
                <a:solidFill>
                  <a:srgbClr val="14B4C8"/>
                </a:solidFill>
                <a:effectLst/>
                <a:uFillTx/>
                <a:latin typeface="Arial"/>
                <a:ea typeface="DejaVu Sans"/>
              </a:rPr>
              <a:t>Книги/статьи/блоги/прочее</a:t>
            </a:r>
            <a:r>
              <a:rPr lang="ru-RU" sz="2000" b="1" u="none" strike="noStrike">
                <a:solidFill>
                  <a:srgbClr val="424A52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ru-RU" sz="2000" b="1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(выберите нужное, остальное удалите)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CustomShape 16"/>
          <p:cNvSpPr/>
          <p:nvPr/>
        </p:nvSpPr>
        <p:spPr>
          <a:xfrm>
            <a:off x="597600" y="2027880"/>
            <a:ext cx="10749600" cy="14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90000" bIns="45000" anchor="t">
            <a:noAutofit/>
          </a:bodyPr>
          <a:p>
            <a:pPr marL="343080" indent="-341640">
              <a:lnSpc>
                <a:spcPct val="150000"/>
              </a:lnSpc>
              <a:buClr>
                <a:srgbClr val="243F90"/>
              </a:buClr>
              <a:buFont typeface="Wingdings" charset="2"/>
              <a:buChar char=""/>
            </a:pPr>
            <a:r>
              <a:rPr lang="ru-RU" sz="2000" b="0" u="none" strike="noStrike">
                <a:solidFill>
                  <a:srgbClr val="424A52"/>
                </a:solidFill>
                <a:effectLst/>
                <a:uFillTx/>
                <a:latin typeface="Arial"/>
                <a:ea typeface="DejaVu Sans"/>
              </a:rPr>
              <a:t>Книга №1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1640">
              <a:lnSpc>
                <a:spcPct val="150000"/>
              </a:lnSpc>
              <a:buClr>
                <a:srgbClr val="243F90"/>
              </a:buClr>
              <a:buFont typeface="Wingdings" charset="2"/>
              <a:buChar char=""/>
            </a:pPr>
            <a:r>
              <a:rPr lang="ru-RU" sz="2000" b="0" u="none" strike="noStrike">
                <a:solidFill>
                  <a:srgbClr val="424A52"/>
                </a:solidFill>
                <a:effectLst/>
                <a:uFillTx/>
                <a:latin typeface="Arial"/>
                <a:ea typeface="DejaVu Sans"/>
              </a:rPr>
              <a:t>Книга №2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1640">
              <a:lnSpc>
                <a:spcPct val="100000"/>
              </a:lnSpc>
              <a:buClr>
                <a:srgbClr val="243F90"/>
              </a:buClr>
              <a:buFont typeface="Wingdings" charset="2"/>
              <a:buChar char=""/>
            </a:pPr>
            <a:r>
              <a:rPr lang="ru-RU" sz="1820" b="0" u="none" strike="noStrike">
                <a:solidFill>
                  <a:srgbClr val="424A52"/>
                </a:solidFill>
                <a:effectLst/>
                <a:uFillTx/>
                <a:latin typeface="Arial"/>
                <a:ea typeface="DejaVu Sans"/>
              </a:rPr>
              <a:t>…</a:t>
            </a:r>
            <a:endParaRPr lang="ru-RU" sz="1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CustomShape 1"/>
          <p:cNvSpPr/>
          <p:nvPr/>
        </p:nvSpPr>
        <p:spPr>
          <a:xfrm>
            <a:off x="599040" y="2178360"/>
            <a:ext cx="7850880" cy="113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0000"/>
              </a:lnSpc>
            </a:pPr>
            <a:r>
              <a:rPr lang="ru-RU" sz="3640" b="1" u="none" strike="noStrike" cap="all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Вопросы?</a:t>
            </a:r>
            <a:endParaRPr lang="ru-RU" sz="3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CustomShape 2"/>
          <p:cNvSpPr/>
          <p:nvPr/>
        </p:nvSpPr>
        <p:spPr>
          <a:xfrm>
            <a:off x="616320" y="3730680"/>
            <a:ext cx="6094080" cy="1602360"/>
          </a:xfrm>
          <a:prstGeom prst="rect">
            <a:avLst/>
          </a:prstGeom>
          <a:solidFill>
            <a:schemeClr val="accent6"/>
          </a:solidFill>
          <a:ln w="3240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tIns="36000" rIns="72000" bIns="36000" anchor="t">
            <a:noAutofit/>
          </a:bodyPr>
          <a:p>
            <a:pPr algn="ctr">
              <a:lnSpc>
                <a:spcPct val="100000"/>
              </a:lnSpc>
            </a:pPr>
            <a:r>
              <a:rPr lang="ru-RU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ЭТУ ПЛАШКУ НУЖНО УДАЛИТЬ ПЕРЕД ДЕМОНСТРАЦИЕЙ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Оставьте 5-10 мин на вопросы по теме от аудитории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CustomShape 1"/>
          <p:cNvSpPr/>
          <p:nvPr/>
        </p:nvSpPr>
        <p:spPr>
          <a:xfrm>
            <a:off x="616320" y="3730680"/>
            <a:ext cx="6094080" cy="1602360"/>
          </a:xfrm>
          <a:prstGeom prst="rect">
            <a:avLst/>
          </a:prstGeom>
          <a:solidFill>
            <a:schemeClr val="accent6"/>
          </a:solidFill>
          <a:ln w="3240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tIns="36000" rIns="72000" bIns="36000" anchor="t">
            <a:noAutofit/>
          </a:bodyPr>
          <a:p>
            <a:pPr algn="ctr">
              <a:lnSpc>
                <a:spcPct val="100000"/>
              </a:lnSpc>
            </a:pPr>
            <a:r>
              <a:rPr lang="ru-RU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ЭТУ ПЛАШКУ НУЖНО УДАЛИТЬ ПЕРЕД ДЕМОНСТРАЦИЕЙ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Оставьте 5-10 мин на вопросы по теме от аудитории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9" name="CustomShape 2"/>
          <p:cNvSpPr/>
          <p:nvPr/>
        </p:nvSpPr>
        <p:spPr>
          <a:xfrm>
            <a:off x="599040" y="2178360"/>
            <a:ext cx="9343080" cy="65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0000"/>
              </a:lnSpc>
            </a:pPr>
            <a:r>
              <a:rPr lang="ru-RU" sz="3640" b="1" u="none" strike="noStrike" cap="all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Пожалуйста, оставьте свой отзыв</a:t>
            </a:r>
            <a:endParaRPr lang="ru-RU" sz="3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0" name="CustomShape 3"/>
          <p:cNvSpPr/>
          <p:nvPr/>
        </p:nvSpPr>
        <p:spPr>
          <a:xfrm>
            <a:off x="583200" y="2925360"/>
            <a:ext cx="604260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Ваше мнение очень важно для нас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CustomShape 1"/>
          <p:cNvSpPr/>
          <p:nvPr/>
        </p:nvSpPr>
        <p:spPr>
          <a:xfrm>
            <a:off x="327240" y="723240"/>
            <a:ext cx="7850880" cy="11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0000"/>
              </a:lnSpc>
            </a:pPr>
            <a:r>
              <a:rPr lang="ru-RU" sz="364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ОФИЦИАЛЬНЫЕ РЕСУРСЫ</a:t>
            </a:r>
            <a:endParaRPr lang="ru-RU" sz="3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2" name="CustomShape 2"/>
          <p:cNvSpPr/>
          <p:nvPr/>
        </p:nvSpPr>
        <p:spPr>
          <a:xfrm>
            <a:off x="327240" y="4712400"/>
            <a:ext cx="7293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ru-RU" sz="1820" b="0" u="none" strike="noStrike">
                <a:solidFill>
                  <a:srgbClr val="F2F2F2"/>
                </a:solidFill>
                <a:effectLst/>
                <a:uFillTx/>
                <a:latin typeface="Arial"/>
                <a:ea typeface="Arial"/>
              </a:rPr>
              <a:t>Учитесь у </a:t>
            </a:r>
            <a:r>
              <a:rPr lang="ru-RU" sz="182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профессионалов – выбирайте </a:t>
            </a:r>
            <a:r>
              <a:rPr lang="ru-RU" sz="1820" b="0" u="none" strike="noStrike">
                <a:solidFill>
                  <a:srgbClr val="F2F2F2"/>
                </a:solidFill>
                <a:effectLst/>
                <a:uFillTx/>
                <a:latin typeface="Arial"/>
                <a:ea typeface="Arial"/>
              </a:rPr>
              <a:t>IBS!</a:t>
            </a:r>
            <a:endParaRPr lang="ru-RU" sz="1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3" name="Рисунок 2"/>
          <p:cNvPicPr/>
          <p:nvPr/>
        </p:nvPicPr>
        <p:blipFill>
          <a:blip r:embed="rId1"/>
          <a:stretch/>
        </p:blipFill>
        <p:spPr>
          <a:xfrm>
            <a:off x="444240" y="2251080"/>
            <a:ext cx="2257200" cy="225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4" name="CustomShape 3"/>
          <p:cNvSpPr/>
          <p:nvPr/>
        </p:nvSpPr>
        <p:spPr>
          <a:xfrm>
            <a:off x="3133440" y="2542320"/>
            <a:ext cx="3855960" cy="11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50000"/>
              </a:lnSpc>
            </a:pPr>
            <a:r>
              <a:rPr lang="ru-RU" sz="182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Оставьте вашу обратную связь. Вы поможете нам разрабатывать лучшее обучение для вас! </a:t>
            </a:r>
            <a:endParaRPr lang="ru-RU" sz="1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5" name="CustomShape 4"/>
          <p:cNvSpPr/>
          <p:nvPr/>
        </p:nvSpPr>
        <p:spPr>
          <a:xfrm>
            <a:off x="6733800" y="233280"/>
            <a:ext cx="5140440" cy="1602360"/>
          </a:xfrm>
          <a:prstGeom prst="rect">
            <a:avLst/>
          </a:prstGeom>
          <a:solidFill>
            <a:schemeClr val="accent6"/>
          </a:solidFill>
          <a:ln w="3240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tIns="36000" rIns="72000" bIns="36000" anchor="t">
            <a:noAutofit/>
          </a:bodyPr>
          <a:p>
            <a:pPr algn="ctr">
              <a:lnSpc>
                <a:spcPct val="100000"/>
              </a:lnSpc>
            </a:pPr>
            <a:r>
              <a:rPr lang="ru-RU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ЭТУ ПЛАШКУ НУЖНО УДАЛИТЬ ПЕРЕД ДЕМОНСТРАЦИЕЙ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Не удалять и не скрывать данный слайд, озвучить возможности для дальнейшего обучения в УЦ IBS/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30119</TotalTime>
  <Application>LibreOffice/26.2.4.2$Windows_X86_64 LibreOffice_project/0229ac93fcf0d7cbc6376066c6f35021cef002dc</Application>
  <AppVersion>15.0000</AppVersion>
  <Words>1035</Words>
  <Paragraphs>213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Селиверстова Алёна Евгеньевна</dc:creator>
  <dc:description/>
  <dc:language>ru-RU</dc:language>
  <cp:lastModifiedBy/>
  <cp:lastPrinted>2017-08-15T06:16:03Z</cp:lastPrinted>
  <dcterms:modified xsi:type="dcterms:W3CDTF">2026-06-29T08:22:57Z</dcterms:modified>
  <cp:revision>1788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0</vt:bool>
  </property>
  <property fmtid="{D5CDD505-2E9C-101B-9397-08002B2CF9AE}" pid="4" name="LinksUpToDate">
    <vt:bool>0</vt:bool>
  </property>
  <property fmtid="{D5CDD505-2E9C-101B-9397-08002B2CF9AE}" pid="5" name="MMClips">
    <vt:i4>0</vt:i4>
  </property>
  <property fmtid="{D5CDD505-2E9C-101B-9397-08002B2CF9AE}" pid="6" name="Notes">
    <vt:i4>0</vt:i4>
  </property>
  <property fmtid="{D5CDD505-2E9C-101B-9397-08002B2CF9AE}" pid="7" name="PresentationFormat">
    <vt:lpwstr>Произвольный</vt:lpwstr>
  </property>
  <property fmtid="{D5CDD505-2E9C-101B-9397-08002B2CF9AE}" pid="8" name="ScaleCrop">
    <vt:bool>0</vt:bool>
  </property>
  <property fmtid="{D5CDD505-2E9C-101B-9397-08002B2CF9AE}" pid="9" name="ShareDoc">
    <vt:bool>0</vt:bool>
  </property>
  <property fmtid="{D5CDD505-2E9C-101B-9397-08002B2CF9AE}" pid="10" name="Slides">
    <vt:i4>14</vt:i4>
  </property>
</Properties>
</file>