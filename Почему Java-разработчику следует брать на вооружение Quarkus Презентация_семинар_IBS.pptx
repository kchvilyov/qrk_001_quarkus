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media/image16.svg" ContentType="image/svg"/>
  <Override PartName="/ppt/media/image18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1" r:id="rId6"/>
    <p:sldMasterId id="2147483714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49.xml"/><Relationship Id="rId7" Type="http://schemas.openxmlformats.org/officeDocument/2006/relationships/slideMaster" Target="slideMasters/slideMaster6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56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CustomShape 2"/>
          <p:cNvSpPr/>
          <p:nvPr/>
        </p:nvSpPr>
        <p:spPr>
          <a:xfrm>
            <a:off x="0" y="474480"/>
            <a:ext cx="140760" cy="2046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560" tIns="45000" rIns="705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D6B552C-7F05-49FF-AE74-CFAB7730EC8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CF6AE8C-FE93-4AD2-8E4C-9DD4498AE2B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EDBECBF-AEA6-44C4-AC47-1073DE9D82E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993CA3F-6DA8-44FA-BA06-8B057681CFE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3FFD78F-66C9-4EA4-842E-B8EB35FC30D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D294BE7-1F18-427F-8D28-2E842121F0E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884BB6E-56AB-405E-A70C-88CB06420EA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03D79BE-715B-444A-BB93-8B003B45A31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2D1BE18-9513-4E2E-9C90-949CD1C7757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E373A14-8BDF-42A5-9994-B420F8768DF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56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B674373-FE65-47F8-9A7C-996DF8F23E4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6E33F0E-DB7A-4342-996B-FA2147C22D5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4A418B3-5BEF-425F-A91B-71FF48D721D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C03C7B5-5AE5-4578-9F3B-1AB03BA5BAE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54CC425-F6C6-4FBC-825C-06363859E0D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C27FD8D-4F06-421D-BB54-765D053249E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CA76D7C-F196-4769-BD7C-D1185E4398C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B99B531-1EB5-4D92-9B38-1048201F6F9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45DE9F2-79C6-4A06-8B05-37EAEB2B8A0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512D590-C0ED-4640-9905-8D4D2D3224E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D86ABBA-4BDB-4F07-B0BB-D58FC701C75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63B3DD2-72B8-492B-B2B6-22D69161291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F79894-3235-4FC9-A814-C7F89D2A932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56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8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CustomShape 1"/>
          <p:cNvSpPr/>
          <p:nvPr/>
        </p:nvSpPr>
        <p:spPr>
          <a:xfrm>
            <a:off x="6595560" y="0"/>
            <a:ext cx="5281560" cy="685296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3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52324EA-3F24-422E-9548-88274C2D0D2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C8A5185-14C1-4D0C-AE78-B257FE6F92A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E9AFFDE-8BEE-47D0-9C3B-0620837D1BA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3CABF6D-8250-4243-BB49-3DF98C797E6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3219A6E-2A67-47A5-AB0B-2D124E24FDC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E2B684F-DAA3-4C4E-8005-A3DF9A926EF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5AA0C00-7B82-4C48-AE4E-616F54B1638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2F93469-3272-44EF-8BE1-ED64323BB91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F44A203-B902-4A4D-A4A6-6C71C4E2234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6A13916-5AC1-4167-A8BE-C6BAEF8F368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2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3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2E13C98-B491-461B-AE52-0713CE9BC84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56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47EBAE-BE2D-4234-B2CB-487202536DE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5124928-0BFE-482B-870F-E821C1B2D2D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CustomShape 1"/>
          <p:cNvSpPr/>
          <p:nvPr/>
        </p:nvSpPr>
        <p:spPr>
          <a:xfrm>
            <a:off x="0" y="233640"/>
            <a:ext cx="234360" cy="23976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2"/>
          <p:cNvSpPr/>
          <p:nvPr/>
        </p:nvSpPr>
        <p:spPr>
          <a:xfrm>
            <a:off x="11272680" y="6412320"/>
            <a:ext cx="590040" cy="20988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F0B0568-6834-4D8A-B2E3-89ED8FF9E60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480" cy="43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56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7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56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68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6" name="CustomShape 1"/>
          <p:cNvSpPr/>
          <p:nvPr/>
        </p:nvSpPr>
        <p:spPr>
          <a:xfrm>
            <a:off x="6706800" y="0"/>
            <a:ext cx="5170320" cy="685296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CustomShape 2"/>
          <p:cNvSpPr/>
          <p:nvPr/>
        </p:nvSpPr>
        <p:spPr>
          <a:xfrm>
            <a:off x="0" y="2273040"/>
            <a:ext cx="132480" cy="220140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4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7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880" cy="3966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9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9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4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120" cy="68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1"/>
          <p:cNvSpPr/>
          <p:nvPr/>
        </p:nvSpPr>
        <p:spPr>
          <a:xfrm>
            <a:off x="0" y="0"/>
            <a:ext cx="11877120" cy="683820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2"/>
          <p:cNvSpPr/>
          <p:nvPr/>
        </p:nvSpPr>
        <p:spPr>
          <a:xfrm>
            <a:off x="0" y="607320"/>
            <a:ext cx="151920" cy="1178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760" cy="67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7" name="CustomShape 3"/>
          <p:cNvSpPr/>
          <p:nvPr/>
        </p:nvSpPr>
        <p:spPr>
          <a:xfrm>
            <a:off x="3522600" y="6050160"/>
            <a:ext cx="1660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CustomShape 4"/>
          <p:cNvSpPr/>
          <p:nvPr/>
        </p:nvSpPr>
        <p:spPr>
          <a:xfrm>
            <a:off x="6052320" y="605016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CustomShape 5"/>
          <p:cNvSpPr/>
          <p:nvPr/>
        </p:nvSpPr>
        <p:spPr>
          <a:xfrm>
            <a:off x="5714640" y="6022440"/>
            <a:ext cx="2318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600" cy="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1" name="CustomShape 6"/>
          <p:cNvSpPr/>
          <p:nvPr/>
        </p:nvSpPr>
        <p:spPr>
          <a:xfrm>
            <a:off x="348804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CustomShape 7"/>
          <p:cNvSpPr/>
          <p:nvPr/>
        </p:nvSpPr>
        <p:spPr>
          <a:xfrm>
            <a:off x="6052320" y="6346800"/>
            <a:ext cx="203652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8"/>
          <p:cNvSpPr/>
          <p:nvPr/>
        </p:nvSpPr>
        <p:spPr>
          <a:xfrm>
            <a:off x="5719320" y="6319080"/>
            <a:ext cx="237240" cy="23724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680" cy="1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8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200" cy="124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200" cy="189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6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6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609120" y="2031480"/>
            <a:ext cx="785124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609120" y="3528360"/>
            <a:ext cx="7851240" cy="47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CustomShape 1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CustomShape 2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3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CustomShape 4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5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CustomShape 6"/>
          <p:cNvSpPr/>
          <p:nvPr/>
        </p:nvSpPr>
        <p:spPr>
          <a:xfrm>
            <a:off x="417240" y="26388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7"/>
          <p:cNvSpPr/>
          <p:nvPr/>
        </p:nvSpPr>
        <p:spPr>
          <a:xfrm>
            <a:off x="603720" y="735840"/>
            <a:ext cx="5890320" cy="75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8"/>
          <p:cNvSpPr/>
          <p:nvPr/>
        </p:nvSpPr>
        <p:spPr>
          <a:xfrm>
            <a:off x="542520" y="1646280"/>
            <a:ext cx="5886000" cy="18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5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920" cy="538704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16" name="CustomShape 9"/>
          <p:cNvSpPr/>
          <p:nvPr/>
        </p:nvSpPr>
        <p:spPr>
          <a:xfrm>
            <a:off x="542520" y="5337360"/>
            <a:ext cx="4401720" cy="89856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10"/>
          <p:cNvSpPr/>
          <p:nvPr/>
        </p:nvSpPr>
        <p:spPr>
          <a:xfrm>
            <a:off x="750240" y="5449680"/>
            <a:ext cx="40917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11"/>
          <p:cNvSpPr/>
          <p:nvPr/>
        </p:nvSpPr>
        <p:spPr>
          <a:xfrm>
            <a:off x="1078200" y="5749560"/>
            <a:ext cx="16779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12"/>
          <p:cNvSpPr/>
          <p:nvPr/>
        </p:nvSpPr>
        <p:spPr>
          <a:xfrm>
            <a:off x="839880" y="5862240"/>
            <a:ext cx="217080" cy="123840"/>
          </a:xfrm>
          <a:custGeom>
            <a:avLst/>
            <a:gdLst>
              <a:gd name="textAreaLeft" fmla="*/ 0 w 217080"/>
              <a:gd name="textAreaRight" fmla="*/ 217800 w 217080"/>
              <a:gd name="textAreaTop" fmla="*/ 0 h 123840"/>
              <a:gd name="textAreaBottom" fmla="*/ 124560 h 12384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13"/>
          <p:cNvSpPr/>
          <p:nvPr/>
        </p:nvSpPr>
        <p:spPr>
          <a:xfrm>
            <a:off x="858960" y="5845320"/>
            <a:ext cx="178920" cy="56160"/>
          </a:xfrm>
          <a:custGeom>
            <a:avLst/>
            <a:gdLst>
              <a:gd name="textAreaLeft" fmla="*/ 0 w 178920"/>
              <a:gd name="textAreaRight" fmla="*/ 179640 w 178920"/>
              <a:gd name="textAreaTop" fmla="*/ 0 h 56160"/>
              <a:gd name="textAreaBottom" fmla="*/ 56880 h 5616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640" tIns="11880" rIns="8964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CustomShape 14"/>
          <p:cNvSpPr/>
          <p:nvPr/>
        </p:nvSpPr>
        <p:spPr>
          <a:xfrm>
            <a:off x="3002400" y="5789520"/>
            <a:ext cx="1351440" cy="23652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5"/>
          <p:cNvSpPr/>
          <p:nvPr/>
        </p:nvSpPr>
        <p:spPr>
          <a:xfrm>
            <a:off x="8468280" y="3501720"/>
            <a:ext cx="13161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800" cy="670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CustomShape 1"/>
          <p:cNvSpPr/>
          <p:nvPr/>
        </p:nvSpPr>
        <p:spPr>
          <a:xfrm>
            <a:off x="327240" y="720000"/>
            <a:ext cx="5890320" cy="7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2"/>
          <p:cNvSpPr/>
          <p:nvPr/>
        </p:nvSpPr>
        <p:spPr>
          <a:xfrm>
            <a:off x="327240" y="340920"/>
            <a:ext cx="5885640" cy="1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3"/>
          <p:cNvSpPr/>
          <p:nvPr/>
        </p:nvSpPr>
        <p:spPr>
          <a:xfrm>
            <a:off x="327240" y="1887840"/>
            <a:ext cx="5132880" cy="16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4"/>
          <p:cNvSpPr/>
          <p:nvPr/>
        </p:nvSpPr>
        <p:spPr>
          <a:xfrm>
            <a:off x="223200" y="3730680"/>
            <a:ext cx="6094440" cy="160272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Время семинара ограничено, попросите ответить участников на вопросы в чате, бегло просмотрите и прокомментируйте, если ожидания не соответствуют реальности.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4"/>
          <p:cNvSpPr/>
          <p:nvPr/>
        </p:nvSpPr>
        <p:spPr>
          <a:xfrm>
            <a:off x="599400" y="102924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5"/>
          <p:cNvSpPr/>
          <p:nvPr/>
        </p:nvSpPr>
        <p:spPr>
          <a:xfrm>
            <a:off x="612720" y="1888200"/>
            <a:ext cx="1074996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4"/>
          <p:cNvSpPr/>
          <p:nvPr/>
        </p:nvSpPr>
        <p:spPr>
          <a:xfrm>
            <a:off x="612720" y="9900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5"/>
          <p:cNvSpPr/>
          <p:nvPr/>
        </p:nvSpPr>
        <p:spPr>
          <a:xfrm>
            <a:off x="612720" y="1869480"/>
            <a:ext cx="1074996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Экосистема расширений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обработка 1? 000 tps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4"/>
          <p:cNvSpPr/>
          <p:nvPr/>
        </p:nvSpPr>
        <p:spPr>
          <a:xfrm>
            <a:off x="612720" y="9900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5"/>
          <p:cNvSpPr/>
          <p:nvPr/>
        </p:nvSpPr>
        <p:spPr>
          <a:xfrm>
            <a:off x="612720" y="1869480"/>
            <a:ext cx="1074996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Логотип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Облачно-нативный (Kubernetes-native) каркас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Мгновенный старт (миллисекунды)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14"/>
          <p:cNvSpPr/>
          <p:nvPr/>
        </p:nvSpPr>
        <p:spPr>
          <a:xfrm>
            <a:off x="612720" y="9900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15"/>
          <p:cNvSpPr/>
          <p:nvPr/>
        </p:nvSpPr>
        <p:spPr>
          <a:xfrm>
            <a:off x="612720" y="1869480"/>
            <a:ext cx="1074996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Визуализация: иконка медленного запуска, график потребления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Текст: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cloud‑native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CustomShape 1"/>
          <p:cNvSpPr/>
          <p:nvPr/>
        </p:nvSpPr>
        <p:spPr>
          <a:xfrm>
            <a:off x="612720" y="3791880"/>
            <a:ext cx="588600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2"/>
          <p:cNvSpPr/>
          <p:nvPr/>
        </p:nvSpPr>
        <p:spPr>
          <a:xfrm>
            <a:off x="496440" y="2260800"/>
            <a:ext cx="5886000" cy="12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640" cy="68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14"/>
          <p:cNvSpPr/>
          <p:nvPr/>
        </p:nvSpPr>
        <p:spPr>
          <a:xfrm>
            <a:off x="612720" y="6462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15"/>
          <p:cNvSpPr/>
          <p:nvPr/>
        </p:nvSpPr>
        <p:spPr>
          <a:xfrm>
            <a:off x="612720" y="1488600"/>
            <a:ext cx="10749960" cy="12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16"/>
          <p:cNvSpPr/>
          <p:nvPr/>
        </p:nvSpPr>
        <p:spPr>
          <a:xfrm>
            <a:off x="508320" y="3683160"/>
            <a:ext cx="6094440" cy="198252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Используйте для размещения учебного контента (текста, иллюстраций, аудио, видео и прочего). В качестве визуальной составляющей могут быть использованы рисунки, картинки, схемы, графики с указанием источника, но желательно либо перерисовывать графики и схемы в цветовой гамме шаблона, либо использовать стоковые иллюстрации без претензии на авторское право.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800" cy="496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CustomShape 30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31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32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33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ustomShape 34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CustomShape 35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36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7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38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39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40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41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42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43"/>
          <p:cNvSpPr/>
          <p:nvPr/>
        </p:nvSpPr>
        <p:spPr>
          <a:xfrm>
            <a:off x="612720" y="6462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44"/>
          <p:cNvSpPr/>
          <p:nvPr/>
        </p:nvSpPr>
        <p:spPr>
          <a:xfrm>
            <a:off x="603720" y="1455840"/>
            <a:ext cx="11052000" cy="394740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CustomShape 60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61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62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63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64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CustomShape 65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66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67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68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69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70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1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72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73"/>
          <p:cNvSpPr/>
          <p:nvPr/>
        </p:nvSpPr>
        <p:spPr>
          <a:xfrm>
            <a:off x="612720" y="6462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74"/>
          <p:cNvSpPr/>
          <p:nvPr/>
        </p:nvSpPr>
        <p:spPr>
          <a:xfrm>
            <a:off x="603720" y="1455840"/>
            <a:ext cx="11052000" cy="394740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CustomShape 45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46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47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48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49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CustomShape 50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51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CustomShape 52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CustomShape 53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54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55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56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7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58"/>
          <p:cNvSpPr/>
          <p:nvPr/>
        </p:nvSpPr>
        <p:spPr>
          <a:xfrm>
            <a:off x="612720" y="6462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59"/>
          <p:cNvSpPr/>
          <p:nvPr/>
        </p:nvSpPr>
        <p:spPr>
          <a:xfrm>
            <a:off x="603720" y="1455840"/>
            <a:ext cx="11052000" cy="394740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CustomShape 1"/>
          <p:cNvSpPr/>
          <p:nvPr/>
        </p:nvSpPr>
        <p:spPr>
          <a:xfrm>
            <a:off x="6757560" y="2544480"/>
            <a:ext cx="151884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2"/>
          <p:cNvSpPr/>
          <p:nvPr/>
        </p:nvSpPr>
        <p:spPr>
          <a:xfrm>
            <a:off x="6757560" y="3038760"/>
            <a:ext cx="18802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3"/>
          <p:cNvSpPr/>
          <p:nvPr/>
        </p:nvSpPr>
        <p:spPr>
          <a:xfrm>
            <a:off x="6757560" y="35668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4"/>
          <p:cNvSpPr/>
          <p:nvPr/>
        </p:nvSpPr>
        <p:spPr>
          <a:xfrm>
            <a:off x="6757560" y="4061160"/>
            <a:ext cx="1880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5"/>
          <p:cNvSpPr/>
          <p:nvPr/>
        </p:nvSpPr>
        <p:spPr>
          <a:xfrm>
            <a:off x="6766200" y="48301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6"/>
          <p:cNvSpPr/>
          <p:nvPr/>
        </p:nvSpPr>
        <p:spPr>
          <a:xfrm>
            <a:off x="6766200" y="5277240"/>
            <a:ext cx="16945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CustomShape 7"/>
          <p:cNvSpPr/>
          <p:nvPr/>
        </p:nvSpPr>
        <p:spPr>
          <a:xfrm>
            <a:off x="8996760" y="481248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CustomShape 8"/>
          <p:cNvSpPr/>
          <p:nvPr/>
        </p:nvSpPr>
        <p:spPr>
          <a:xfrm>
            <a:off x="8996760" y="5301720"/>
            <a:ext cx="2225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9"/>
          <p:cNvSpPr/>
          <p:nvPr/>
        </p:nvSpPr>
        <p:spPr>
          <a:xfrm>
            <a:off x="8992080" y="3563280"/>
            <a:ext cx="111600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10"/>
          <p:cNvSpPr/>
          <p:nvPr/>
        </p:nvSpPr>
        <p:spPr>
          <a:xfrm>
            <a:off x="8992080" y="4057560"/>
            <a:ext cx="2225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11"/>
          <p:cNvSpPr/>
          <p:nvPr/>
        </p:nvSpPr>
        <p:spPr>
          <a:xfrm>
            <a:off x="9006840" y="2551320"/>
            <a:ext cx="16372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12"/>
          <p:cNvSpPr/>
          <p:nvPr/>
        </p:nvSpPr>
        <p:spPr>
          <a:xfrm>
            <a:off x="9006840" y="3045600"/>
            <a:ext cx="2000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13"/>
          <p:cNvSpPr/>
          <p:nvPr/>
        </p:nvSpPr>
        <p:spPr>
          <a:xfrm>
            <a:off x="612720" y="259560"/>
            <a:ext cx="5885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14"/>
          <p:cNvSpPr/>
          <p:nvPr/>
        </p:nvSpPr>
        <p:spPr>
          <a:xfrm>
            <a:off x="612720" y="646200"/>
            <a:ext cx="107499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15"/>
          <p:cNvSpPr/>
          <p:nvPr/>
        </p:nvSpPr>
        <p:spPr>
          <a:xfrm>
            <a:off x="600120" y="1308600"/>
            <a:ext cx="107499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16"/>
          <p:cNvSpPr/>
          <p:nvPr/>
        </p:nvSpPr>
        <p:spPr>
          <a:xfrm>
            <a:off x="597600" y="2027880"/>
            <a:ext cx="10749960" cy="14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CustomShape 1"/>
          <p:cNvSpPr/>
          <p:nvPr/>
        </p:nvSpPr>
        <p:spPr>
          <a:xfrm>
            <a:off x="599040" y="2178360"/>
            <a:ext cx="785124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2"/>
          <p:cNvSpPr/>
          <p:nvPr/>
        </p:nvSpPr>
        <p:spPr>
          <a:xfrm>
            <a:off x="616320" y="3730680"/>
            <a:ext cx="6094440" cy="160272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CustomShape 1"/>
          <p:cNvSpPr/>
          <p:nvPr/>
        </p:nvSpPr>
        <p:spPr>
          <a:xfrm>
            <a:off x="616320" y="3730680"/>
            <a:ext cx="6094440" cy="160272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2"/>
          <p:cNvSpPr/>
          <p:nvPr/>
        </p:nvSpPr>
        <p:spPr>
          <a:xfrm>
            <a:off x="599040" y="2178360"/>
            <a:ext cx="9343440" cy="65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CustomShape 3"/>
          <p:cNvSpPr/>
          <p:nvPr/>
        </p:nvSpPr>
        <p:spPr>
          <a:xfrm>
            <a:off x="583200" y="2925360"/>
            <a:ext cx="6042960" cy="56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1"/>
          <p:cNvSpPr/>
          <p:nvPr/>
        </p:nvSpPr>
        <p:spPr>
          <a:xfrm>
            <a:off x="327240" y="723240"/>
            <a:ext cx="7851240" cy="11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2"/>
          <p:cNvSpPr/>
          <p:nvPr/>
        </p:nvSpPr>
        <p:spPr>
          <a:xfrm>
            <a:off x="327240" y="4712400"/>
            <a:ext cx="72936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9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560" cy="22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0" name="CustomShape 3"/>
          <p:cNvSpPr/>
          <p:nvPr/>
        </p:nvSpPr>
        <p:spPr>
          <a:xfrm>
            <a:off x="3133440" y="2542320"/>
            <a:ext cx="38563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4"/>
          <p:cNvSpPr/>
          <p:nvPr/>
        </p:nvSpPr>
        <p:spPr>
          <a:xfrm>
            <a:off x="6733800" y="233280"/>
            <a:ext cx="5140800" cy="160272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Не удалять и не скрывать данный слайд, озвучить возможности для дальнейшего обучения в УЦ IBS/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29216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2026-06-27T19:00:27Z</dcterms:modified>
  <cp:revision>1780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