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37.xml" ContentType="application/vnd.openxmlformats-officedocument.presentationml.slideMaster+xml"/>
  <Override PartName="/ppt/slideMasters/slideMaster6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media/image16.svg" ContentType="image/svg"/>
  <Override PartName="/ppt/media/image18.svg" ContentType="image/svg"/>
  <Override PartName="/ppt/media/image20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1" r:id="rId6"/>
    <p:sldMasterId id="2147483714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50.xml"/><Relationship Id="rId7" Type="http://schemas.openxmlformats.org/officeDocument/2006/relationships/slideMaster" Target="slideMasters/slideMaster6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CustomShape 2"/>
          <p:cNvSpPr/>
          <p:nvPr/>
        </p:nvSpPr>
        <p:spPr>
          <a:xfrm>
            <a:off x="0" y="474480"/>
            <a:ext cx="140400" cy="2046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0200" tIns="45000" rIns="702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566B54E-D592-4527-885B-35541E73EC7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BDABBEA-09C3-4B16-AE92-1C11C9A859C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987144D-7A12-45E9-B7A3-D75BE8BC020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468DB93-9D65-46AC-9114-D9662B8F5C2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9888879-648A-4A43-A805-8EADDA8BBF9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867F187-658D-4FA2-B3AC-A7DF73AA37C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1A7F5B9-5C2E-460B-9BED-9B500D398339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64CFA49-C5C1-46E6-B7F3-76F41111E41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6067E30-B992-4DF7-9DE2-A2767647F1C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E0AA409-3F45-459C-ABD1-487DB18E5EE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EBF0E74-8822-41F5-B30F-70C914A9F86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61A1940-68A7-478C-940B-40B71B8E0F0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A7A316C-F336-4959-8C72-083F3B84C21A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58CAA6F-CD7E-4486-9FC4-2991FF84FE52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7107DB6-4157-48D6-A633-6031670F6911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1CCD6EA-4A67-4A92-82F3-29AA9D77831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AF33781-246F-4449-B5B9-600DC29259D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BEA1DDD-BB84-42A7-AFA5-4A186BF83227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45E6829-4770-4360-BA50-2F88EE1676FA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854E7B6-2D48-4664-A74C-F32EDE27E06F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6F418BC-9217-4F63-B768-720E28D6B4EA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7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7CDE521-C5CA-4E6F-8AF0-CE66EF41BA51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E4FBEF8-F7C8-41E7-B73B-113926499CD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54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CustomShape 1"/>
          <p:cNvSpPr/>
          <p:nvPr/>
        </p:nvSpPr>
        <p:spPr>
          <a:xfrm>
            <a:off x="6595560" y="0"/>
            <a:ext cx="5281200" cy="685260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CustomShape 2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3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422CE60-1F52-4E86-8155-333B0105C82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4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3488E2D-C63F-4946-8617-968BBA0437F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4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5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C8B174A-A67F-4E2B-A2B2-D682382BCC7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0A62750-33E1-44DD-A4CC-679B2B365BB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599B5F2-5222-4716-BFE6-450A969E9A9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FF20B04-3B65-486C-A5DC-3ED06D3084F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EC869A2-3AC6-4801-8A83-89150DFBCEB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E0D78D4-829F-4FB3-A5E8-26DFF7456CD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84E0F44-D661-4380-A003-C6B97475E16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F4C2E982-4DF8-4C1C-9061-4501B3AB9F3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6178CA5-0681-41C5-9C96-99FFECA81CD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F2F580A-2050-4950-A1AA-1CEA3D3D207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9D97D53-24EA-4176-BB71-A9DF7426F76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1"/>
          <p:cNvSpPr/>
          <p:nvPr/>
        </p:nvSpPr>
        <p:spPr>
          <a:xfrm>
            <a:off x="0" y="233640"/>
            <a:ext cx="234000" cy="23940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CustomShape 2"/>
          <p:cNvSpPr/>
          <p:nvPr/>
        </p:nvSpPr>
        <p:spPr>
          <a:xfrm>
            <a:off x="11272680" y="6412320"/>
            <a:ext cx="589680" cy="20952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26D7DC9-348A-4165-A7DE-B51BE648E4D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3120" cy="43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6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0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9020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90200" cy="396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0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8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3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5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932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CustomShape 1"/>
          <p:cNvSpPr/>
          <p:nvPr/>
        </p:nvSpPr>
        <p:spPr>
          <a:xfrm>
            <a:off x="6706800" y="0"/>
            <a:ext cx="5169960" cy="685260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CustomShape 2"/>
          <p:cNvSpPr/>
          <p:nvPr/>
        </p:nvSpPr>
        <p:spPr>
          <a:xfrm>
            <a:off x="0" y="2273040"/>
            <a:ext cx="132120" cy="220104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5120" cy="28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8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6040" cy="189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6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9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3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2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3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70520" cy="3965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5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7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8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1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2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5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6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7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9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2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6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4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8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6040" cy="396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7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9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0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3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7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9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840" cy="12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760" cy="683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2" name="CustomShape 1"/>
          <p:cNvSpPr/>
          <p:nvPr/>
        </p:nvSpPr>
        <p:spPr>
          <a:xfrm>
            <a:off x="0" y="0"/>
            <a:ext cx="11876760" cy="683784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CustomShape 2"/>
          <p:cNvSpPr/>
          <p:nvPr/>
        </p:nvSpPr>
        <p:spPr>
          <a:xfrm>
            <a:off x="0" y="607320"/>
            <a:ext cx="151560" cy="1177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960" tIns="45000" rIns="7596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4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1400" cy="67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5" name="CustomShape 3"/>
          <p:cNvSpPr/>
          <p:nvPr/>
        </p:nvSpPr>
        <p:spPr>
          <a:xfrm>
            <a:off x="3522600" y="6050160"/>
            <a:ext cx="166032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CustomShape 4"/>
          <p:cNvSpPr/>
          <p:nvPr/>
        </p:nvSpPr>
        <p:spPr>
          <a:xfrm>
            <a:off x="6052320" y="605016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CustomShape 5"/>
          <p:cNvSpPr/>
          <p:nvPr/>
        </p:nvSpPr>
        <p:spPr>
          <a:xfrm>
            <a:off x="5714640" y="6022440"/>
            <a:ext cx="2314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8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7240" cy="9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9" name="CustomShape 6"/>
          <p:cNvSpPr/>
          <p:nvPr/>
        </p:nvSpPr>
        <p:spPr>
          <a:xfrm>
            <a:off x="348804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CustomShape 7"/>
          <p:cNvSpPr/>
          <p:nvPr/>
        </p:nvSpPr>
        <p:spPr>
          <a:xfrm>
            <a:off x="6052320" y="6346800"/>
            <a:ext cx="2036160" cy="17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CustomShape 8"/>
          <p:cNvSpPr/>
          <p:nvPr/>
        </p:nvSpPr>
        <p:spPr>
          <a:xfrm>
            <a:off x="5719320" y="6319080"/>
            <a:ext cx="236880" cy="23688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2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7320" cy="1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3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1480" cy="23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4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1480" cy="2368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
</Relationships>
</file>

<file path=ppt/slideMasters/_rels/slideMaster62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2.xml"/><Relationship Id="rId3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5.xml"/><Relationship Id="rId6" Type="http://schemas.openxmlformats.org/officeDocument/2006/relationships/slideLayout" Target="../slideLayouts/slideLayout66.xml"/><Relationship Id="rId7" Type="http://schemas.openxmlformats.org/officeDocument/2006/relationships/slideLayout" Target="../slideLayouts/slideLayout67.xml"/><Relationship Id="rId8" Type="http://schemas.openxmlformats.org/officeDocument/2006/relationships/slideLayout" Target="../slideLayouts/slideLayout68.xml"/><Relationship Id="rId9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70.xml"/><Relationship Id="rId11" Type="http://schemas.openxmlformats.org/officeDocument/2006/relationships/slideLayout" Target="../slideLayouts/slideLayout71.xml"/><Relationship Id="rId12" Type="http://schemas.openxmlformats.org/officeDocument/2006/relationships/slideLayout" Target="../slideLayouts/slideLayout72.xml"/><Relationship Id="rId13" Type="http://schemas.openxmlformats.org/officeDocument/2006/relationships/slideLayout" Target="../slideLayouts/slideLayout7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</p:sldLayoutIdLst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</p:sldLayoutIdLst>
</p:sldMaster>
</file>

<file path=ppt/slideMasters/slideMaster6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1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5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3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4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6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CustomShape 1"/>
          <p:cNvSpPr/>
          <p:nvPr/>
        </p:nvSpPr>
        <p:spPr>
          <a:xfrm>
            <a:off x="609120" y="203148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CustomShape 2"/>
          <p:cNvSpPr/>
          <p:nvPr/>
        </p:nvSpPr>
        <p:spPr>
          <a:xfrm>
            <a:off x="609120" y="3528360"/>
            <a:ext cx="785088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9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CustomShape 1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CustomShape 2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CustomShape 3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CustomShape 4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5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CustomShape 6"/>
          <p:cNvSpPr/>
          <p:nvPr/>
        </p:nvSpPr>
        <p:spPr>
          <a:xfrm>
            <a:off x="417240" y="26388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7"/>
          <p:cNvSpPr/>
          <p:nvPr/>
        </p:nvSpPr>
        <p:spPr>
          <a:xfrm>
            <a:off x="603720" y="735840"/>
            <a:ext cx="5889960" cy="74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8"/>
          <p:cNvSpPr/>
          <p:nvPr/>
        </p:nvSpPr>
        <p:spPr>
          <a:xfrm>
            <a:off x="542520" y="1646280"/>
            <a:ext cx="5885640" cy="180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5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9560" cy="538668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16" name="CustomShape 9"/>
          <p:cNvSpPr/>
          <p:nvPr/>
        </p:nvSpPr>
        <p:spPr>
          <a:xfrm>
            <a:off x="542520" y="5337360"/>
            <a:ext cx="4401360" cy="89820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10"/>
          <p:cNvSpPr/>
          <p:nvPr/>
        </p:nvSpPr>
        <p:spPr>
          <a:xfrm>
            <a:off x="750240" y="5449680"/>
            <a:ext cx="40914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11"/>
          <p:cNvSpPr/>
          <p:nvPr/>
        </p:nvSpPr>
        <p:spPr>
          <a:xfrm>
            <a:off x="1078200" y="5749560"/>
            <a:ext cx="16776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12"/>
          <p:cNvSpPr/>
          <p:nvPr/>
        </p:nvSpPr>
        <p:spPr>
          <a:xfrm>
            <a:off x="839880" y="5862240"/>
            <a:ext cx="216720" cy="123480"/>
          </a:xfrm>
          <a:custGeom>
            <a:avLst/>
            <a:gdLst>
              <a:gd name="textAreaLeft" fmla="*/ 0 w 216720"/>
              <a:gd name="textAreaRight" fmla="*/ 217800 w 216720"/>
              <a:gd name="textAreaTop" fmla="*/ 0 h 123480"/>
              <a:gd name="textAreaBottom" fmla="*/ 124560 h 12348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CustomShape 13"/>
          <p:cNvSpPr/>
          <p:nvPr/>
        </p:nvSpPr>
        <p:spPr>
          <a:xfrm>
            <a:off x="858960" y="5845320"/>
            <a:ext cx="178560" cy="55800"/>
          </a:xfrm>
          <a:custGeom>
            <a:avLst/>
            <a:gdLst>
              <a:gd name="textAreaLeft" fmla="*/ 0 w 178560"/>
              <a:gd name="textAreaRight" fmla="*/ 179640 w 178560"/>
              <a:gd name="textAreaTop" fmla="*/ 0 h 55800"/>
              <a:gd name="textAreaBottom" fmla="*/ 56880 h 5580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9280" tIns="11880" rIns="8928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CustomShape 14"/>
          <p:cNvSpPr/>
          <p:nvPr/>
        </p:nvSpPr>
        <p:spPr>
          <a:xfrm>
            <a:off x="3002400" y="5789520"/>
            <a:ext cx="1351080" cy="23616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5"/>
          <p:cNvSpPr/>
          <p:nvPr/>
        </p:nvSpPr>
        <p:spPr>
          <a:xfrm>
            <a:off x="8468280" y="3501720"/>
            <a:ext cx="131580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3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7440" cy="670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CustomShape 1"/>
          <p:cNvSpPr/>
          <p:nvPr/>
        </p:nvSpPr>
        <p:spPr>
          <a:xfrm>
            <a:off x="327240" y="720000"/>
            <a:ext cx="5889960" cy="73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2"/>
          <p:cNvSpPr/>
          <p:nvPr/>
        </p:nvSpPr>
        <p:spPr>
          <a:xfrm>
            <a:off x="327240" y="340920"/>
            <a:ext cx="588528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3"/>
          <p:cNvSpPr/>
          <p:nvPr/>
        </p:nvSpPr>
        <p:spPr>
          <a:xfrm>
            <a:off x="327240" y="1887840"/>
            <a:ext cx="5132520" cy="165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4"/>
          <p:cNvSpPr/>
          <p:nvPr/>
        </p:nvSpPr>
        <p:spPr>
          <a:xfrm>
            <a:off x="223200" y="3730680"/>
            <a:ext cx="609408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Время семинара ограничено, попросите ответить участников на вопросы в чате, бегло просмотрите и прокомментируйте, если ожидания не соответствуют реальности.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14"/>
          <p:cNvSpPr/>
          <p:nvPr/>
        </p:nvSpPr>
        <p:spPr>
          <a:xfrm>
            <a:off x="599400" y="102924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5"/>
          <p:cNvSpPr/>
          <p:nvPr/>
        </p:nvSpPr>
        <p:spPr>
          <a:xfrm>
            <a:off x="612720" y="188820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Экосистема расширений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обработка 1? 000 tps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Логотип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Облачно-нативный (Kubernetes-native) каркас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Мгновенный старт (миллисекунды)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14"/>
          <p:cNvSpPr/>
          <p:nvPr/>
        </p:nvSpPr>
        <p:spPr>
          <a:xfrm>
            <a:off x="612720" y="9900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15"/>
          <p:cNvSpPr/>
          <p:nvPr/>
        </p:nvSpPr>
        <p:spPr>
          <a:xfrm>
            <a:off x="612720" y="1869480"/>
            <a:ext cx="10749600" cy="28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Визуализация: иконка медленного запуска, график потребления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Текст: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auto‑scaling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cloud‑native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CustomShape 1"/>
          <p:cNvSpPr/>
          <p:nvPr/>
        </p:nvSpPr>
        <p:spPr>
          <a:xfrm>
            <a:off x="612720" y="3791880"/>
            <a:ext cx="58856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2"/>
          <p:cNvSpPr/>
          <p:nvPr/>
        </p:nvSpPr>
        <p:spPr>
          <a:xfrm>
            <a:off x="496440" y="2260800"/>
            <a:ext cx="5885640" cy="12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25920"/>
            <a:ext cx="9359280" cy="683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1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15"/>
          <p:cNvSpPr/>
          <p:nvPr/>
        </p:nvSpPr>
        <p:spPr>
          <a:xfrm>
            <a:off x="612720" y="1488600"/>
            <a:ext cx="10749600" cy="12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16"/>
          <p:cNvSpPr/>
          <p:nvPr/>
        </p:nvSpPr>
        <p:spPr>
          <a:xfrm>
            <a:off x="508320" y="3683160"/>
            <a:ext cx="6094080" cy="19821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Используйте для размещения учебного контента (текста, иллюстраций, аудио, видео и прочего). В качестве визуальной составляющей могут быть использованы рисунки, картинки, схемы, графики с указанием источника, но желательно либо перерисовывать графики и схемы в цветовой гамме шаблона, либо использовать стоковые иллюстрации без претензии на авторское право.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6440" cy="4961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CustomShape 3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3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3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3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CustomShape 3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CustomShape 3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3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3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3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3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4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4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4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96880" y="541440"/>
            <a:ext cx="9057960" cy="591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CustomShape 60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61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62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63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64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CustomShape 65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CustomShape 66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67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68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69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70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71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72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CustomShape 73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Пример оформления кода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CustomShape 74"/>
          <p:cNvSpPr/>
          <p:nvPr/>
        </p:nvSpPr>
        <p:spPr>
          <a:xfrm>
            <a:off x="603720" y="1455840"/>
            <a:ext cx="11051640" cy="3947040"/>
          </a:xfrm>
          <a:prstGeom prst="rect">
            <a:avLst/>
          </a:prstGeom>
          <a:solidFill>
            <a:srgbClr val="FBFCFD"/>
          </a:solidFill>
          <a:ln cap="rnd" w="19080">
            <a:solidFill>
              <a:srgbClr val="9BBB59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22040" tIns="60840" rIns="122040" bIns="60840" anchor="ctr">
            <a:noAutofit/>
          </a:bodyPr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final class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SimpleGrantedAuthority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implements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GrantedAuthority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private final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SimpleGrantedAuthority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role)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= role;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@Override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getAuthority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return 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CustomShape 45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CustomShape 46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47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48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49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50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CustomShape 51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CustomShape 52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CustomShape 53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CustomShape 54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CustomShape 55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56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57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58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Пример оформления кода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CustomShape 59"/>
          <p:cNvSpPr/>
          <p:nvPr/>
        </p:nvSpPr>
        <p:spPr>
          <a:xfrm>
            <a:off x="603720" y="1455840"/>
            <a:ext cx="11051640" cy="3947040"/>
          </a:xfrm>
          <a:prstGeom prst="rect">
            <a:avLst/>
          </a:prstGeom>
          <a:solidFill>
            <a:srgbClr val="FBFCFD"/>
          </a:solidFill>
          <a:ln cap="rnd" w="19080">
            <a:solidFill>
              <a:srgbClr val="9BBB59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22040" tIns="60840" rIns="122040" bIns="60840" anchor="ctr">
            <a:noAutofit/>
          </a:bodyPr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final class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SimpleGrantedAuthority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implements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GrantedAuthority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private final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SimpleGrantedAuthority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role)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 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= role;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@Override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9E880D"/>
                </a:solidFill>
                <a:effectLst/>
                <a:uFillTx/>
                <a:latin typeface="Consolas"/>
                <a:ea typeface="DejaVu Sans"/>
              </a:rPr>
              <a:t>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public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String </a:t>
            </a:r>
            <a:r>
              <a:rPr lang="ru-RU" sz="1800" b="0" u="none" strike="noStrike">
                <a:solidFill>
                  <a:srgbClr val="00627A"/>
                </a:solidFill>
                <a:effectLst/>
                <a:uFillTx/>
                <a:latin typeface="Consolas"/>
                <a:ea typeface="DejaVu Sans"/>
              </a:rPr>
              <a:t>getAuthority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() {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   </a:t>
            </a:r>
            <a:r>
              <a:rPr lang="ru-RU" sz="1800" b="0" u="none" strike="noStrike">
                <a:solidFill>
                  <a:srgbClr val="0033B3"/>
                </a:solidFill>
                <a:effectLst/>
                <a:uFillTx/>
                <a:latin typeface="Consolas"/>
                <a:ea typeface="DejaVu Sans"/>
              </a:rPr>
              <a:t>return this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.</a:t>
            </a:r>
            <a:r>
              <a:rPr lang="ru-RU" sz="1800" b="0" u="none" strike="noStrike">
                <a:solidFill>
                  <a:srgbClr val="871094"/>
                </a:solidFill>
                <a:effectLst/>
                <a:uFillTx/>
                <a:latin typeface="Consolas"/>
                <a:ea typeface="DejaVu Sans"/>
              </a:rPr>
              <a:t>role</a:t>
            </a: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;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   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80808"/>
                </a:solidFill>
                <a:effectLst/>
                <a:uFillTx/>
                <a:latin typeface="Consolas"/>
                <a:ea typeface="DejaVu Sans"/>
              </a:rPr>
              <a:t>}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CustomShape 1"/>
          <p:cNvSpPr/>
          <p:nvPr/>
        </p:nvSpPr>
        <p:spPr>
          <a:xfrm>
            <a:off x="6757560" y="2544480"/>
            <a:ext cx="151848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ustomShape 2"/>
          <p:cNvSpPr/>
          <p:nvPr/>
        </p:nvSpPr>
        <p:spPr>
          <a:xfrm>
            <a:off x="6757560" y="3038760"/>
            <a:ext cx="18799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3"/>
          <p:cNvSpPr/>
          <p:nvPr/>
        </p:nvSpPr>
        <p:spPr>
          <a:xfrm>
            <a:off x="6757560" y="35668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4"/>
          <p:cNvSpPr/>
          <p:nvPr/>
        </p:nvSpPr>
        <p:spPr>
          <a:xfrm>
            <a:off x="6757560" y="4061160"/>
            <a:ext cx="1879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5"/>
          <p:cNvSpPr/>
          <p:nvPr/>
        </p:nvSpPr>
        <p:spPr>
          <a:xfrm>
            <a:off x="6766200" y="48301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6"/>
          <p:cNvSpPr/>
          <p:nvPr/>
        </p:nvSpPr>
        <p:spPr>
          <a:xfrm>
            <a:off x="6766200" y="5277240"/>
            <a:ext cx="1694160" cy="48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7"/>
          <p:cNvSpPr/>
          <p:nvPr/>
        </p:nvSpPr>
        <p:spPr>
          <a:xfrm>
            <a:off x="8996760" y="481248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CustomShape 8"/>
          <p:cNvSpPr/>
          <p:nvPr/>
        </p:nvSpPr>
        <p:spPr>
          <a:xfrm>
            <a:off x="8996760" y="5301720"/>
            <a:ext cx="222480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CustomShape 9"/>
          <p:cNvSpPr/>
          <p:nvPr/>
        </p:nvSpPr>
        <p:spPr>
          <a:xfrm>
            <a:off x="8992080" y="3563280"/>
            <a:ext cx="111564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CustomShape 10"/>
          <p:cNvSpPr/>
          <p:nvPr/>
        </p:nvSpPr>
        <p:spPr>
          <a:xfrm>
            <a:off x="8992080" y="4057560"/>
            <a:ext cx="222480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11"/>
          <p:cNvSpPr/>
          <p:nvPr/>
        </p:nvSpPr>
        <p:spPr>
          <a:xfrm>
            <a:off x="9006840" y="2551320"/>
            <a:ext cx="1636920" cy="49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12"/>
          <p:cNvSpPr/>
          <p:nvPr/>
        </p:nvSpPr>
        <p:spPr>
          <a:xfrm>
            <a:off x="9006840" y="3045600"/>
            <a:ext cx="20005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13"/>
          <p:cNvSpPr/>
          <p:nvPr/>
        </p:nvSpPr>
        <p:spPr>
          <a:xfrm>
            <a:off x="612720" y="259560"/>
            <a:ext cx="5885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14"/>
          <p:cNvSpPr/>
          <p:nvPr/>
        </p:nvSpPr>
        <p:spPr>
          <a:xfrm>
            <a:off x="612720" y="646200"/>
            <a:ext cx="1074960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15"/>
          <p:cNvSpPr/>
          <p:nvPr/>
        </p:nvSpPr>
        <p:spPr>
          <a:xfrm>
            <a:off x="600120" y="1308600"/>
            <a:ext cx="1074960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Книги/статьи/блоги/прочее</a:t>
            </a:r>
            <a:r>
              <a:rPr lang="ru-RU" sz="2000" b="1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ru-RU" sz="2000" b="1" u="none" strike="noStrike">
                <a:solidFill>
                  <a:srgbClr val="FF0000"/>
                </a:solidFill>
                <a:effectLst/>
                <a:uFillTx/>
                <a:latin typeface="Arial"/>
                <a:ea typeface="DejaVu Sans"/>
              </a:rPr>
              <a:t>(выберите нужное, остальное удалите)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CustomShape 16"/>
          <p:cNvSpPr/>
          <p:nvPr/>
        </p:nvSpPr>
        <p:spPr>
          <a:xfrm>
            <a:off x="597600" y="2027880"/>
            <a:ext cx="10749600" cy="14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5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Книга №2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1640">
              <a:lnSpc>
                <a:spcPct val="100000"/>
              </a:lnSpc>
              <a:buClr>
                <a:srgbClr val="243F90"/>
              </a:buClr>
              <a:buFont typeface="Wingdings" charset="2"/>
              <a:buChar char=""/>
            </a:pPr>
            <a:r>
              <a:rPr lang="ru-RU" sz="182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…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CustomShape 1"/>
          <p:cNvSpPr/>
          <p:nvPr/>
        </p:nvSpPr>
        <p:spPr>
          <a:xfrm>
            <a:off x="599040" y="2178360"/>
            <a:ext cx="7850880" cy="11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CustomShape 2"/>
          <p:cNvSpPr/>
          <p:nvPr/>
        </p:nvSpPr>
        <p:spPr>
          <a:xfrm>
            <a:off x="616320" y="3730680"/>
            <a:ext cx="609408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5-10 мин на вопросы по теме от аудитории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CustomShape 1"/>
          <p:cNvSpPr/>
          <p:nvPr/>
        </p:nvSpPr>
        <p:spPr>
          <a:xfrm>
            <a:off x="616320" y="3730680"/>
            <a:ext cx="609408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5-10 мин на вопросы по теме от аудитории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CustomShape 2"/>
          <p:cNvSpPr/>
          <p:nvPr/>
        </p:nvSpPr>
        <p:spPr>
          <a:xfrm>
            <a:off x="599040" y="2178360"/>
            <a:ext cx="9343080" cy="6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CustomShape 3"/>
          <p:cNvSpPr/>
          <p:nvPr/>
        </p:nvSpPr>
        <p:spPr>
          <a:xfrm>
            <a:off x="583200" y="2925360"/>
            <a:ext cx="6042600" cy="56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CustomShape 1"/>
          <p:cNvSpPr/>
          <p:nvPr/>
        </p:nvSpPr>
        <p:spPr>
          <a:xfrm>
            <a:off x="327240" y="723240"/>
            <a:ext cx="7850880" cy="11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CustomShape 2"/>
          <p:cNvSpPr/>
          <p:nvPr/>
        </p:nvSpPr>
        <p:spPr>
          <a:xfrm>
            <a:off x="327240" y="4712400"/>
            <a:ext cx="7293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8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7200" cy="225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9" name="CustomShape 3"/>
          <p:cNvSpPr/>
          <p:nvPr/>
        </p:nvSpPr>
        <p:spPr>
          <a:xfrm>
            <a:off x="3133440" y="2542320"/>
            <a:ext cx="3855960" cy="11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CustomShape 4"/>
          <p:cNvSpPr/>
          <p:nvPr/>
        </p:nvSpPr>
        <p:spPr>
          <a:xfrm>
            <a:off x="6733800" y="233280"/>
            <a:ext cx="5140440" cy="1602360"/>
          </a:xfrm>
          <a:prstGeom prst="rect">
            <a:avLst/>
          </a:prstGeom>
          <a:solidFill>
            <a:schemeClr val="accent6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36000" rIns="72000" bIns="36000" anchor="t">
            <a:noAutofit/>
          </a:bodyPr>
          <a:p>
            <a:pPr algn="ctr">
              <a:lnSpc>
                <a:spcPct val="100000"/>
              </a:lnSpc>
            </a:pPr>
            <a:r>
              <a:rPr lang="ru-RU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ЭТУ ПЛАШКУ НУЖНО УДАЛИТЬ ПЕРЕД ДЕМОНСТРАЦИЕЙ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Не удалять и не скрывать данный слайд, озвучить возможности для дальнейшего обучения в УЦ IBS/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29221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2026-06-28T16:16:52Z</dcterms:modified>
  <cp:revision>1781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