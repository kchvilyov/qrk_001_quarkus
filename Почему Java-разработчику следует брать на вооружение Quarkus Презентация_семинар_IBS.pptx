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5E642E4-D091-44C2-A748-7145EEF8AE1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1F2AE15-9DB3-427D-9A5D-801F03721D5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9AF8173-6822-4DAC-962D-D6962DE6A4B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0FA260F-2F7F-4683-A2F3-E9B350A9B4A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C2DFB18-E85E-47CB-8CA1-1DBA8735BEF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3EA030C-D495-465A-B856-F1099B7AD31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1C7D5EF-6D15-41FD-A05E-73F139FBC2E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9145689-AEDC-4FA2-BFDC-4D6DF127D3E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D2ABD48-7B89-4CAC-9EB2-4785C0BB014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1BB79E7-B034-4211-B6E5-7068085DF0C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6DFB70E-F556-43FF-88CC-4C43D7F048B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B4A4D36-6743-425A-9081-36F6710B7E3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DDE52CC-1B68-4CB4-8659-718946B05E6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1E54E4F-C2A1-4F6D-9FB4-079A319FB3AC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A8FF822-FF88-4330-8746-D07750EE540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9449826-5508-4FA4-865E-36728F22FC4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1553A77-0A0A-4F54-8449-D915356DB11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D598B52-A092-4556-8B6C-9ECA482A103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5F9E2F3-A9FE-4FEA-B2E3-764DD754786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A20671F-66FF-403F-ADD0-743F2B72334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B3BE6D6-8B23-470E-80E5-9FB912E395B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C067769-167E-48A1-A621-D84E8D60E4F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9639E58-E04E-42BA-9D94-23DD9453395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D0A94B0-0D32-4DEC-BA23-4807316F11D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E50C18F-510E-43D1-8FCD-8B4EF5A43DF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A09838B-E538-459B-9C4E-35101486543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C3F5285-69C6-49C8-A5A3-17EC3A80C66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03B5A0C-5EA1-47C0-A918-79B928DFB4F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36316E-4530-40AE-B98F-7F3D2006155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5C65855-5D15-4068-855E-A5366F6CBEA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1476C99-D392-4331-9D1A-F8FC5674672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7C5DBBC-193A-49D8-8738-FBC5AF1D67C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3744037-CE67-4EE8-8119-ECFE3C66AF1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2161E61-E784-497D-946B-23FDB691050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D845C7A-D8BB-4FB8-83C2-7EA4E0C8270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EFB6378-B2E2-4C9D-81AE-E46125C2EEC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3E38E8F-C5E7-49F4-A0A6-2EA3B604E85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BEFF9F5-1435-4CE6-9FC7-E62DEA1D5DF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3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5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3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3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5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6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1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492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8840" cy="538596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0640" cy="89748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06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68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000" cy="122760"/>
          </a:xfrm>
          <a:custGeom>
            <a:avLst/>
            <a:gdLst>
              <a:gd name="textAreaLeft" fmla="*/ 0 w 216000"/>
              <a:gd name="textAreaRight" fmla="*/ 217800 w 216000"/>
              <a:gd name="textAreaTop" fmla="*/ 0 h 122760"/>
              <a:gd name="textAreaBottom" fmla="*/ 124560 h 12276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7840" cy="55080"/>
          </a:xfrm>
          <a:custGeom>
            <a:avLst/>
            <a:gdLst>
              <a:gd name="textAreaLeft" fmla="*/ 0 w 177840"/>
              <a:gd name="textAreaRight" fmla="*/ 179640 w 177840"/>
              <a:gd name="textAreaTop" fmla="*/ 0 h 55080"/>
              <a:gd name="textAreaBottom" fmla="*/ 56880 h 5508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8920" tIns="11880" rIns="8892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360" cy="23544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6720" cy="670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24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5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1800" cy="16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200" cy="594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2640" cy="64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9280" cy="65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автоматическое масштабирование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492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4920" cy="12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548360" y="0"/>
            <a:ext cx="879228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5720" cy="496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240" cy="591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240" cy="534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8280" cy="619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CustomShape 45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CustomShape 46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47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48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9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0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51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52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53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54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55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56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57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58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59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2360" cy="6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1338120" y="3420000"/>
            <a:ext cx="6041880" cy="56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160" cy="11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2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480" cy="22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2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30841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2026-06-29T21:38:44Z</dcterms:modified>
  <cp:revision>1817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