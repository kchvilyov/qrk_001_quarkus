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media/image32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1.xml"/><Relationship Id="rId7" Type="http://schemas.openxmlformats.org/officeDocument/2006/relationships/slideMaster" Target="slideMasters/slideMaster6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1E221BE-D052-4AFE-A085-8B78E2BE5E7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E1BC493-3503-48EE-A615-D8FA4FF6BCB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C5AEC2E-77F1-42D9-97F5-3C6728424D8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E199500-AFD5-4925-B168-EF1947722F3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8089248-87DB-4685-8DD3-43F69BA65C4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8868197-6FB0-4A7D-B576-EE929F4A67B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DBCE836-0F28-4033-BED9-187EEB05C3D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7959290-E039-4058-9AE2-FC5600DACE6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2583A46-CBD5-401F-84BB-8E2E2EE5E34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5952EEE-64AE-490B-81BF-BAEE6EC8E8F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16136F3-EF5D-4668-B3A8-09F6BAF3F00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2266C20-C91D-4FC0-B189-7D25189B12C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C8CA582-32D8-4344-B047-FB4B20E2534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23C396D-B2D6-49B9-93B3-370696AAA133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493A65A-8259-4690-887F-E19521C0EF3C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263458D-C52A-427B-9054-6D1F653B1312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21A1B60-6606-42E6-A907-2700F7F40D4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B2723D2-1450-4125-AE4B-714339C92EA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C41CAF6-18DC-49CF-91BC-4D6791F6219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9AF3AEB-C754-44EF-8D44-F6D528107D6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685A419-A85C-461C-AA2C-351D99223B88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1E5988B-420C-4033-A822-02D3134F99E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9B07098-98DE-486A-B61D-F184B25D3B5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2497439-8E17-483B-AD68-7FB4D8C7A041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1BB9119-8903-4322-8FB5-7749ACF1E82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466F473-34A4-4DCC-9A86-D32D8704053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D3B73F0-C78D-44ED-90C9-D590FF3F0AD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6277487-03EE-457D-82B9-BA458E302E2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CBD6CAB-2B9F-45BC-8AB9-67985FD393D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AA7506F-220A-42A6-BF25-031B0746F02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2B2C947-BF05-487E-AE02-B6489163DB5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314C26A-2F05-4157-95A8-F010573D392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F393034-B353-462E-AAF9-E4F3284A6EC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DBAEAE0-473B-4105-970C-6CEAEF82C64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C9A5C69-2DE7-46E3-99B8-13CF9568DA0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0A38D28-995A-471E-955A-FEB741449C7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10B865A-B020-41C1-919B-4F9E0224A0F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1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9438707-D80B-4330-9D66-7116A70F05F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8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2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3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6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7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0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4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8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0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1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7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0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4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8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9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0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7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1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2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5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3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4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4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5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3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3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slideLayout" Target="../slideLayouts/slideLayout5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6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5016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5016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92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492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8840" cy="538596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0640" cy="89748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06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68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6000" cy="122760"/>
          </a:xfrm>
          <a:custGeom>
            <a:avLst/>
            <a:gdLst>
              <a:gd name="textAreaLeft" fmla="*/ 0 w 216000"/>
              <a:gd name="textAreaRight" fmla="*/ 217800 w 216000"/>
              <a:gd name="textAreaTop" fmla="*/ 0 h 122760"/>
              <a:gd name="textAreaBottom" fmla="*/ 124560 h 12276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7840" cy="55080"/>
          </a:xfrm>
          <a:custGeom>
            <a:avLst/>
            <a:gdLst>
              <a:gd name="textAreaLeft" fmla="*/ 0 w 177840"/>
              <a:gd name="textAreaRight" fmla="*/ 179640 w 177840"/>
              <a:gd name="textAreaTop" fmla="*/ 0 h 55080"/>
              <a:gd name="textAreaBottom" fmla="*/ 56880 h 5508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8920" tIns="11880" rIns="8892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0360" cy="23544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50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6720" cy="6702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924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45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1800" cy="165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4"/>
          <p:cNvSpPr/>
          <p:nvPr/>
        </p:nvSpPr>
        <p:spPr>
          <a:xfrm>
            <a:off x="599400" y="102924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5"/>
          <p:cNvSpPr/>
          <p:nvPr/>
        </p:nvSpPr>
        <p:spPr>
          <a:xfrm>
            <a:off x="612720" y="188820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612720" y="9900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5"/>
          <p:cNvSpPr/>
          <p:nvPr/>
        </p:nvSpPr>
        <p:spPr>
          <a:xfrm>
            <a:off x="612720" y="186948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Архитектурная карта среды Java, сравнение по ключевым признакам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Среда разработки для облачной среды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асинхронная обработка SOAP, REST, JPA запросов в микросервисах.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4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5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8200" cy="594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43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4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7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7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7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7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7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7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8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8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8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8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84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85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2640" cy="64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CustomShape 17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8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9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20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21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22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3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24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5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6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27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8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9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86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87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79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88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3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04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05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06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07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8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09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10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11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112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113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114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115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116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899280" cy="658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14"/>
          <p:cNvSpPr/>
          <p:nvPr/>
        </p:nvSpPr>
        <p:spPr>
          <a:xfrm>
            <a:off x="612720" y="9900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15"/>
          <p:cNvSpPr/>
          <p:nvPr/>
        </p:nvSpPr>
        <p:spPr>
          <a:xfrm>
            <a:off x="612720" y="186948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автоматическое масштабирование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облачных систем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4"/>
          <p:cNvSpPr/>
          <p:nvPr/>
        </p:nvSpPr>
        <p:spPr>
          <a:xfrm>
            <a:off x="612720" y="9900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Что такое Quarkus?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5"/>
          <p:cNvSpPr/>
          <p:nvPr/>
        </p:nvSpPr>
        <p:spPr>
          <a:xfrm>
            <a:off x="612720" y="186948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Специально созданный для облачной среды и Kubernetes каркас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 Быстрый старт (до миллисекунд)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CustomShape 1"/>
          <p:cNvSpPr/>
          <p:nvPr/>
        </p:nvSpPr>
        <p:spPr>
          <a:xfrm>
            <a:off x="612720" y="3791880"/>
            <a:ext cx="5884920" cy="6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2"/>
          <p:cNvSpPr/>
          <p:nvPr/>
        </p:nvSpPr>
        <p:spPr>
          <a:xfrm>
            <a:off x="496440" y="2260800"/>
            <a:ext cx="5884920" cy="12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81440" y="25920"/>
            <a:ext cx="9358560" cy="683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5720" cy="496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CustomShape 30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31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2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3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4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5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6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7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8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9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40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1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2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240" cy="591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CustomShape 60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CustomShape 61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2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3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4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5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6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7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8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9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70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1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2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240" cy="5342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61000" y="99720"/>
            <a:ext cx="11438280" cy="619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CustomShape 45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CustomShape 46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CustomShape 47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48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49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50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51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52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53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54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55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56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57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58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CustomShape 59"/>
          <p:cNvSpPr/>
          <p:nvPr/>
        </p:nvSpPr>
        <p:spPr>
          <a:xfrm>
            <a:off x="600120" y="1308600"/>
            <a:ext cx="107488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Spring Boot https://github.com/kchvilyov/qrk_001_spring/tree/java_hello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Quarkus https://github.com/kchvilyov/qrk_001_quarkus/tree/java_hello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CustomShape 90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CustomShape 91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CustomShape 92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CustomShape 93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CustomShape 94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CustomShape 95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CustomShape 96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CustomShape 97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CustomShape 98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CustomShape 99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CustomShape 100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CustomShape 101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CustomShape 102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CustomShape 117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CustomShape 118"/>
          <p:cNvSpPr/>
          <p:nvPr/>
        </p:nvSpPr>
        <p:spPr>
          <a:xfrm>
            <a:off x="600120" y="1308600"/>
            <a:ext cx="107488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📄 Официальная документация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Guides — quarkus.io/guides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Reference — docs.spring.io/spring-boot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🎥 Доклады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Андрей Кулешов — «Не Spring'ом единым? Смотрим на Quarkus»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"Battle of the frameworks" — Devoxx Greece 2023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📚 Книги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Cookbook (O'Reilly)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in Action (Manning)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💬 Сообщества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GitHub Discussions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Stack Overflow (тег: quarkus)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CustomShape 1"/>
          <p:cNvSpPr/>
          <p:nvPr/>
        </p:nvSpPr>
        <p:spPr>
          <a:xfrm>
            <a:off x="599040" y="2178360"/>
            <a:ext cx="785016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CustomShape 2"/>
          <p:cNvSpPr/>
          <p:nvPr/>
        </p:nvSpPr>
        <p:spPr>
          <a:xfrm>
            <a:off x="599040" y="2178360"/>
            <a:ext cx="9342360" cy="6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CustomShape 3"/>
          <p:cNvSpPr/>
          <p:nvPr/>
        </p:nvSpPr>
        <p:spPr>
          <a:xfrm>
            <a:off x="1338120" y="3420000"/>
            <a:ext cx="6041880" cy="56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CustomShape 1"/>
          <p:cNvSpPr/>
          <p:nvPr/>
        </p:nvSpPr>
        <p:spPr>
          <a:xfrm>
            <a:off x="327240" y="723240"/>
            <a:ext cx="7850160" cy="11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CustomShape 2"/>
          <p:cNvSpPr/>
          <p:nvPr/>
        </p:nvSpPr>
        <p:spPr>
          <a:xfrm>
            <a:off x="327240" y="4712400"/>
            <a:ext cx="7292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0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6480" cy="22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1" name="CustomShape 3"/>
          <p:cNvSpPr/>
          <p:nvPr/>
        </p:nvSpPr>
        <p:spPr>
          <a:xfrm>
            <a:off x="3133440" y="2542320"/>
            <a:ext cx="38552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30803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2026-06-29T21:00:53Z</dcterms:modified>
  <cp:revision>1816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