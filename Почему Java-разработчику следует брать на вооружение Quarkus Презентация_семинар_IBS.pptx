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D845B77-F76A-47C8-B358-41D353D7EAB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6A546FC-F999-4CF5-9D37-53237069AFA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7EA4522-12F7-4432-8794-9EA309FE76A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7DE2056-4188-42CC-AB37-49904002E10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2FA5625-A768-4B82-843D-902684821A0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45F7329-CB31-4612-AF60-8AFD3F30630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2F8CD98-732D-42E7-BA45-DD3D125F277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B2A7CD-33AF-48F4-A533-5BA22C38500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7DBDC83-EEFF-4DEB-8560-67904FB4106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456AE06-E947-4A0F-845D-60B94C6EFA4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E942986-1C03-4F81-A218-9E9C88608D3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78A449D-23B2-4A9D-BE1A-9DD76E14911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95ECB1A-DF82-423F-BF31-068A3DA4234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D0C3FA7-9DD8-4503-82BB-A8A360A9819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F61975A-CD41-4CBA-8B9A-2F2DFFF46FE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A95B0D7-010C-4B3E-A58A-376BC2F78D6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F59D474-EE0B-4D1C-B5E3-6E95A92F4F1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AC0D761-4AC3-4B11-9B0E-702DDDC5EDD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6702FBE-829C-40A6-87A9-14E868E5F27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19A4312-A8A3-4F83-8948-5AA2BAF49AB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C2066BF-1822-46FA-BDBF-BF6D6724552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8603012-498F-4FCD-A433-10199B1FFEB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A1B6B59-C239-4B89-A577-CE21850535A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5354BAB-1B05-40A3-8631-0987AF02522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0BD5885-1442-4CB0-A828-A58AABD1422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81B2DF1-FE4A-498F-BB7B-7A9B33AA9B5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C381552-7DCD-4B5B-B8C3-E21C4757224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E528857-527C-4FF9-AB94-8B3233FB3C3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2B56736-196F-47FD-AE4D-833F7554904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83BC1DB-F7F2-4977-9DE1-33F81E3B91B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A13B86C-6127-4A1B-BF94-36A6FF6750B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4C4F6D6-A872-4EDC-89EC-389123FA73A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6BE2C6D-6B41-414D-9283-9598688F532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0F10273-36AA-4B0A-95EA-79EDE788004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47D7860-746A-46E7-B520-FEC587312C6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76D7210-8FF2-4DA2-82F6-FCD5159267A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732D6C2-2165-4033-851F-86F4A6C2F38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2BE7DC2-B5A9-4610-B247-190288DD575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5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5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3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920" cy="594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3360" cy="64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800000" cy="68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900000" cy="65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960" cy="53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CustomShape 15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Это представление  https://github.com/kchvilyov/qrk_001_quarkus/blob/java_hello/%D0%9F%D0%BE%D1%87%D0%B5%D0%BC%D1%83%20Java-%D1%80%D0%B0%D0%B7%D1%80%D0%B0%D0%B1%D0%BE%D1%82%D1%87%D0%B8%D0%BA%D1%83%20%D1%81%D0%BB%D0%B5%D0%B4%D1%83%D0%B5%D1%82%20%D0%B1%D1%80%D0%B0%D1%82%D1%8C%20%D0%BD%D0%B0%20%D0%B2%D0%BE%D0%BE%D1%80%D1%83%D0%B6%D0%B5%D0%BD%D0%B8%D0%B5%20Quarkus%20%D0%9F%D1%80%D0%B5%D0%B7%D0%B5%D0%BD%D1%82%D0%B0%D1%86%D0%B8%D1%8F_%D1%81%D0%B5%D0%BC%D0%B8%D0%BD%D0%B0%D1%80_IBS.pptx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CustomShape 9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9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9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9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9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9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9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9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9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9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10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10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10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117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CustomShape 118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6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7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30544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2026-06-29T15:58:13Z</dcterms:modified>
  <cp:revision>1808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