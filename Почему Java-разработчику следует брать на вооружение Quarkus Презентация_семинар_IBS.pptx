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37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media/image16.svg" ContentType="image/svg"/>
  <Override PartName="/ppt/media/image18.svg" ContentType="image/svg"/>
  <Override PartName="/ppt/media/image20.svg" ContentType="image/svg"/>
  <Override PartName="/ppt/media/image2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1" r:id="rId6"/>
    <p:sldMasterId id="2147483714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0.xml"/><Relationship Id="rId7" Type="http://schemas.openxmlformats.org/officeDocument/2006/relationships/slideMaster" Target="slideMasters/slideMaster6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0136E61-DF90-4629-906F-35F2438BE1D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1CD0E31-5D6A-4535-B358-980DC92B27C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5D7EF53-9C49-42B4-8794-C376E1F9F06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10C24A6-4BA0-4483-81AD-8C48814801E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FA4889F-C463-4825-8576-8CC5F876C1E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8AB0745-0D6D-4623-B261-20A850D233D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6D19103-03D0-43C5-B898-9D343B6C224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E63651D-66F2-41C3-A07C-AF34193A779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EBD25DF-0C07-4816-9CBC-4AFACCB4A41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53C61DA-ED99-48F6-9804-0BDC9DA89E7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8B3EF01-80FB-4439-8278-336308F1FCC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04BD63F-940D-47BF-9F6B-403721EDFC9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8727636-02D0-4678-A15A-5CF2B9962E4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8059629-A541-4B9C-9D86-B7A7AF0880B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2AFBEF8-61A4-4DE8-B341-CFA8ACFA237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C301F09-1628-4B64-9040-99CCEAF65F1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89DD95E-7313-4C7B-9D48-920180DE5E9C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9716577-77E7-4DE7-A783-949E1001CAC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B5E489C-02E0-4082-B06A-5309FD0B905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75417D3-CA1C-4E88-B804-6C6ED3069C3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89FA5D0-4007-4036-99FB-1D6415D11A5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4C3EB14-E0FA-456C-A427-717178D3943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E650694-59FC-45CE-9F2D-C3473C12144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180B9DA-42FF-44C3-B816-7E00BF8BFBF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F136C6C-C23A-459C-BAEF-5BA9ADEC193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4D3E2FC-363D-4E9E-B846-655AD690125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A2884C6-AB76-47F9-B49C-E88C433C6E7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6A06B65-FA28-4B3B-8A86-C317BDA57E1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C954AA6-1F19-4CE8-BE74-D42F2364233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20FF8A9-F533-4B93-94AB-AB44741F7AE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457E493-7C7F-4EB1-93A0-3304F1EC908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A4615BD-5E3B-46CD-B0BB-0DD32B59028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38855BE-E26D-46C3-AFC2-CA3E3C344D5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9B5C572-AE4F-45C1-AE90-BB9B1587CD5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70CE39A-B566-46D5-A966-A0D734DFD61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7EE85D1-1591-4C03-B233-FCB936BBC79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FEA894A-098E-43BB-806E-78D9B275B24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5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3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6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609120" y="203148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609120" y="3528360"/>
            <a:ext cx="78508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CustomShape 1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CustomShape 2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CustomShape 3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CustomShape 4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5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CustomShape 6"/>
          <p:cNvSpPr/>
          <p:nvPr/>
        </p:nvSpPr>
        <p:spPr>
          <a:xfrm>
            <a:off x="417240" y="26388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7"/>
          <p:cNvSpPr/>
          <p:nvPr/>
        </p:nvSpPr>
        <p:spPr>
          <a:xfrm>
            <a:off x="603720" y="735840"/>
            <a:ext cx="588996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8"/>
          <p:cNvSpPr/>
          <p:nvPr/>
        </p:nvSpPr>
        <p:spPr>
          <a:xfrm>
            <a:off x="542520" y="1646280"/>
            <a:ext cx="5885640" cy="18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5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560" cy="538668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16" name="CustomShape 9"/>
          <p:cNvSpPr/>
          <p:nvPr/>
        </p:nvSpPr>
        <p:spPr>
          <a:xfrm>
            <a:off x="542520" y="5337360"/>
            <a:ext cx="4401360" cy="89820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10"/>
          <p:cNvSpPr/>
          <p:nvPr/>
        </p:nvSpPr>
        <p:spPr>
          <a:xfrm>
            <a:off x="750240" y="5449680"/>
            <a:ext cx="4091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11"/>
          <p:cNvSpPr/>
          <p:nvPr/>
        </p:nvSpPr>
        <p:spPr>
          <a:xfrm>
            <a:off x="1078200" y="5749560"/>
            <a:ext cx="167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12"/>
          <p:cNvSpPr/>
          <p:nvPr/>
        </p:nvSpPr>
        <p:spPr>
          <a:xfrm>
            <a:off x="839880" y="5862240"/>
            <a:ext cx="216720" cy="123480"/>
          </a:xfrm>
          <a:custGeom>
            <a:avLst/>
            <a:gdLst>
              <a:gd name="textAreaLeft" fmla="*/ 0 w 216720"/>
              <a:gd name="textAreaRight" fmla="*/ 217800 w 216720"/>
              <a:gd name="textAreaTop" fmla="*/ 0 h 123480"/>
              <a:gd name="textAreaBottom" fmla="*/ 124560 h 12348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CustomShape 13"/>
          <p:cNvSpPr/>
          <p:nvPr/>
        </p:nvSpPr>
        <p:spPr>
          <a:xfrm>
            <a:off x="858960" y="5845320"/>
            <a:ext cx="178560" cy="55800"/>
          </a:xfrm>
          <a:custGeom>
            <a:avLst/>
            <a:gdLst>
              <a:gd name="textAreaLeft" fmla="*/ 0 w 178560"/>
              <a:gd name="textAreaRight" fmla="*/ 179640 w 178560"/>
              <a:gd name="textAreaTop" fmla="*/ 0 h 55800"/>
              <a:gd name="textAreaBottom" fmla="*/ 56880 h 5580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CustomShape 14"/>
          <p:cNvSpPr/>
          <p:nvPr/>
        </p:nvSpPr>
        <p:spPr>
          <a:xfrm>
            <a:off x="3002400" y="5789520"/>
            <a:ext cx="1351080" cy="23616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5"/>
          <p:cNvSpPr/>
          <p:nvPr/>
        </p:nvSpPr>
        <p:spPr>
          <a:xfrm>
            <a:off x="8468280" y="3501720"/>
            <a:ext cx="1315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440" cy="67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CustomShape 1"/>
          <p:cNvSpPr/>
          <p:nvPr/>
        </p:nvSpPr>
        <p:spPr>
          <a:xfrm>
            <a:off x="327240" y="720000"/>
            <a:ext cx="5889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2"/>
          <p:cNvSpPr/>
          <p:nvPr/>
        </p:nvSpPr>
        <p:spPr>
          <a:xfrm>
            <a:off x="327240" y="340920"/>
            <a:ext cx="5885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3"/>
          <p:cNvSpPr/>
          <p:nvPr/>
        </p:nvSpPr>
        <p:spPr>
          <a:xfrm>
            <a:off x="327240" y="1887840"/>
            <a:ext cx="5132520" cy="16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4"/>
          <p:cNvSpPr/>
          <p:nvPr/>
        </p:nvSpPr>
        <p:spPr>
          <a:xfrm>
            <a:off x="22320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Время семинара ограничено, попросите ответить участников на вопросы в чате, бегло просмотрите и прокомментируйте, если ожидания не соответствуют реальности.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4"/>
          <p:cNvSpPr/>
          <p:nvPr/>
        </p:nvSpPr>
        <p:spPr>
          <a:xfrm>
            <a:off x="599400" y="102924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5"/>
          <p:cNvSpPr/>
          <p:nvPr/>
        </p:nvSpPr>
        <p:spPr>
          <a:xfrm>
            <a:off x="612720" y="188820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Экосистема расширений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обработка 1? 000 tps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Логотип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Облачно-нативный (Kubernetes-native) каркас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Мгновенный старт (миллисекунды)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Визуализация: иконка медленного запуска, график потребления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Текст: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cloud‑native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CustomShape 1"/>
          <p:cNvSpPr/>
          <p:nvPr/>
        </p:nvSpPr>
        <p:spPr>
          <a:xfrm>
            <a:off x="612720" y="3791880"/>
            <a:ext cx="5885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2"/>
          <p:cNvSpPr/>
          <p:nvPr/>
        </p:nvSpPr>
        <p:spPr>
          <a:xfrm>
            <a:off x="496440" y="2260800"/>
            <a:ext cx="588564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1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16"/>
          <p:cNvSpPr/>
          <p:nvPr/>
        </p:nvSpPr>
        <p:spPr>
          <a:xfrm>
            <a:off x="508320" y="3683160"/>
            <a:ext cx="6094080" cy="19821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Используйте для размещения учебного контента (текста, иллюстраций, аудио, видео и прочего). В качестве визуальной составляющей могут быть использованы рисунки, картинки, схемы, графики с указанием источника, но желательно либо перерисовывать графики и схемы в цветовой гамме шаблона, либо использовать стоковые иллюстрации без претензии на авторское право.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440" cy="496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CustomShape 3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3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3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3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ustomShape 3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CustomShape 3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3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3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3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4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4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4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960" cy="59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CustomShape 6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6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6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6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6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6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CustomShape 6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6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6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6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7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7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960" cy="534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CustomShape 45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46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47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48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49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50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51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CustomShape 52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53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CustomShape 54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CustomShape 55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56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57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58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9"/>
          <p:cNvSpPr/>
          <p:nvPr/>
        </p:nvSpPr>
        <p:spPr>
          <a:xfrm>
            <a:off x="603720" y="1455840"/>
            <a:ext cx="11051640" cy="394704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15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16"/>
          <p:cNvSpPr/>
          <p:nvPr/>
        </p:nvSpPr>
        <p:spPr>
          <a:xfrm>
            <a:off x="597600" y="2027880"/>
            <a:ext cx="10749600" cy="14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CustomShape 1"/>
          <p:cNvSpPr/>
          <p:nvPr/>
        </p:nvSpPr>
        <p:spPr>
          <a:xfrm>
            <a:off x="599040" y="217836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2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CustomShape 1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2"/>
          <p:cNvSpPr/>
          <p:nvPr/>
        </p:nvSpPr>
        <p:spPr>
          <a:xfrm>
            <a:off x="599040" y="2178360"/>
            <a:ext cx="93430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3"/>
          <p:cNvSpPr/>
          <p:nvPr/>
        </p:nvSpPr>
        <p:spPr>
          <a:xfrm>
            <a:off x="583200" y="2925360"/>
            <a:ext cx="60426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CustomShape 1"/>
          <p:cNvSpPr/>
          <p:nvPr/>
        </p:nvSpPr>
        <p:spPr>
          <a:xfrm>
            <a:off x="327240" y="723240"/>
            <a:ext cx="7850880" cy="11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CustomShape 2"/>
          <p:cNvSpPr/>
          <p:nvPr/>
        </p:nvSpPr>
        <p:spPr>
          <a:xfrm>
            <a:off x="327240" y="4712400"/>
            <a:ext cx="729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7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200" cy="22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8" name="CustomShape 3"/>
          <p:cNvSpPr/>
          <p:nvPr/>
        </p:nvSpPr>
        <p:spPr>
          <a:xfrm>
            <a:off x="3133440" y="2542320"/>
            <a:ext cx="38559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4"/>
          <p:cNvSpPr/>
          <p:nvPr/>
        </p:nvSpPr>
        <p:spPr>
          <a:xfrm>
            <a:off x="6733800" y="233280"/>
            <a:ext cx="514044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Не удалять и не скрывать данный слайд, озвучить возможности для дальнейшего обучения в УЦ IBS/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29253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2026-06-28T16:49:05Z</dcterms:modified>
  <cp:revision>1782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