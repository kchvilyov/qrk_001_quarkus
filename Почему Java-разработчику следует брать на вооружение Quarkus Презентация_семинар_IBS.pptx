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6.svg" ContentType="image/svg"/>
  <Override PartName="/ppt/media/image18.svg" ContentType="image/svg"/>
  <Override PartName="/ppt/media/image30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media/image32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2" r:id="rId6"/>
    <p:sldMasterId id="2147483715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1.xml"/><Relationship Id="rId7" Type="http://schemas.openxmlformats.org/officeDocument/2006/relationships/slideMaster" Target="slideMasters/slideMaster63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CustomShape 2"/>
          <p:cNvSpPr/>
          <p:nvPr/>
        </p:nvSpPr>
        <p:spPr>
          <a:xfrm>
            <a:off x="0" y="474480"/>
            <a:ext cx="140040" cy="204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05A147E-28E6-4858-9163-3103569B410F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1E47162-5B5E-4A79-B736-58D95DB729F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B3C7E33-FDCA-4DA8-B83B-17883F5738A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4F5651E-C377-4B16-9ACE-FA4617BAB64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E31EDAB-1442-40F8-88E7-FAD7D19D120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0FC9CCE-5AF4-4A23-8A16-42D10F76427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7C7BB2A-D62D-4853-A307-4490F05EEFC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01F7841-7430-467F-9087-1A32254298C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3894F62-5835-44FE-885C-D80A9F86DED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902EA31-8A08-4E4B-9F1E-B1DA1E516B9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54AB777-DDB4-450C-A98D-04696F96DB7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692BA01-2F2F-420D-81C0-8C0C5476815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9DF2310-AB81-43C8-A274-9055B343A3C2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01F50F2-B985-4CA2-B6B1-05725C146D27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2100C77-7738-464F-86FA-28C11F34488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4888428-2775-49BA-9C6B-16C783FE5A3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5F8DFE4-446E-4EE1-A212-2F047A545D11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D8C20B2-D8E9-4586-8769-877B630A3AD4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2EDDD45-6F96-4EAF-8BCC-168B8D9A729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25FDEC2-3247-4443-A47B-2BE793DD402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0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FF1E3DC-CCE7-4417-93BE-0658EE9F4167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059D210-D4D9-4B01-9A40-30E166F348C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2FDAAC2-B0FB-4EE4-A8D5-5D031C88781C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080" cy="683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CustomShape 1"/>
          <p:cNvSpPr/>
          <p:nvPr/>
        </p:nvSpPr>
        <p:spPr>
          <a:xfrm>
            <a:off x="6595560" y="0"/>
            <a:ext cx="5280840" cy="685224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CustomShape 2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CustomShape 3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ED7074A-2D1C-4306-ABFB-8FFCCF2A1AE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760" cy="4388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DA64EAE-69F4-41FC-B8CF-1F51DED6D7B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C8DABBC-DFD0-4DAC-B1C4-DB0B8DEEA4B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7FAF386-FC06-4A1E-B9EE-4DA2754A069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B27D337-90F0-4EC2-B9F4-28DAA4DE57E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36E944C-0DD2-4549-93D9-8777FFDDEB9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1465EB2-595F-47A6-8A0D-5E55AE1D89E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0F49B2D-3398-4FF1-B312-EEC8B3F26D1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4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DF94140-3840-40DA-93D6-7CFC0BBD3CD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255BC94-9007-4023-8A45-8ACB9318975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1CFF514-BB8F-4383-9224-70A22F7D023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E1F9232-FC71-4097-8842-5964401FD0E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41343CA-325C-4F1F-8D48-20770F5674F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FA4221C-2027-4846-8B06-19A928E1944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CustomShape 1"/>
          <p:cNvSpPr/>
          <p:nvPr/>
        </p:nvSpPr>
        <p:spPr>
          <a:xfrm>
            <a:off x="0" y="233640"/>
            <a:ext cx="233640" cy="23904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CustomShape 2"/>
          <p:cNvSpPr/>
          <p:nvPr/>
        </p:nvSpPr>
        <p:spPr>
          <a:xfrm>
            <a:off x="11272680" y="6412320"/>
            <a:ext cx="589320" cy="20916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D381520-4E60-4513-B03B-05839ADE945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760" cy="4388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9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2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9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5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96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CustomShape 1"/>
          <p:cNvSpPr/>
          <p:nvPr/>
        </p:nvSpPr>
        <p:spPr>
          <a:xfrm>
            <a:off x="6706800" y="0"/>
            <a:ext cx="5169600" cy="685224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CustomShape 2"/>
          <p:cNvSpPr/>
          <p:nvPr/>
        </p:nvSpPr>
        <p:spPr>
          <a:xfrm>
            <a:off x="0" y="2273040"/>
            <a:ext cx="131760" cy="220068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760" cy="2811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4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4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2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5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6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4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5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1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2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7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4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6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5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6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9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0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3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4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5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0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0160" cy="3965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400" cy="683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CustomShape 1"/>
          <p:cNvSpPr/>
          <p:nvPr/>
        </p:nvSpPr>
        <p:spPr>
          <a:xfrm>
            <a:off x="0" y="0"/>
            <a:ext cx="11876400" cy="683748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CustomShape 2"/>
          <p:cNvSpPr/>
          <p:nvPr/>
        </p:nvSpPr>
        <p:spPr>
          <a:xfrm>
            <a:off x="0" y="607320"/>
            <a:ext cx="151200" cy="1177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040" cy="67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CustomShape 3"/>
          <p:cNvSpPr/>
          <p:nvPr/>
        </p:nvSpPr>
        <p:spPr>
          <a:xfrm>
            <a:off x="3522600" y="6050160"/>
            <a:ext cx="165996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CustomShape 4"/>
          <p:cNvSpPr/>
          <p:nvPr/>
        </p:nvSpPr>
        <p:spPr>
          <a:xfrm>
            <a:off x="6052320" y="605016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5"/>
          <p:cNvSpPr/>
          <p:nvPr/>
        </p:nvSpPr>
        <p:spPr>
          <a:xfrm>
            <a:off x="5714640" y="6022440"/>
            <a:ext cx="2311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880" cy="9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CustomShape 6"/>
          <p:cNvSpPr/>
          <p:nvPr/>
        </p:nvSpPr>
        <p:spPr>
          <a:xfrm>
            <a:off x="348804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CustomShape 7"/>
          <p:cNvSpPr/>
          <p:nvPr/>
        </p:nvSpPr>
        <p:spPr>
          <a:xfrm>
            <a:off x="6052320" y="6346800"/>
            <a:ext cx="2035800" cy="1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CustomShape 8"/>
          <p:cNvSpPr/>
          <p:nvPr/>
        </p:nvSpPr>
        <p:spPr>
          <a:xfrm>
            <a:off x="5719320" y="6319080"/>
            <a:ext cx="236520" cy="23652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960" cy="1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120" cy="2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480" cy="12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9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2.xml"/>
</Relationships>
</file>

<file path=ppt/slideMasters/_rels/slideMaster63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</p:sldMaster>
</file>

<file path=ppt/slideMasters/slideMaster6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4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4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4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4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5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slideLayout" Target="../slideLayouts/slideLayout4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slideLayout" Target="../slideLayouts/slideLayout4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svg"/><Relationship Id="rId3" Type="http://schemas.openxmlformats.org/officeDocument/2006/relationships/slideLayout" Target="../slideLayouts/slideLayout4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svg"/><Relationship Id="rId3" Type="http://schemas.openxmlformats.org/officeDocument/2006/relationships/slideLayout" Target="../slideLayouts/slideLayout4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609120" y="2031480"/>
            <a:ext cx="7850520" cy="11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609120" y="3528360"/>
            <a:ext cx="785052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2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3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4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5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6"/>
          <p:cNvSpPr/>
          <p:nvPr/>
        </p:nvSpPr>
        <p:spPr>
          <a:xfrm>
            <a:off x="417240" y="26388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7"/>
          <p:cNvSpPr/>
          <p:nvPr/>
        </p:nvSpPr>
        <p:spPr>
          <a:xfrm>
            <a:off x="603720" y="735840"/>
            <a:ext cx="5889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8"/>
          <p:cNvSpPr/>
          <p:nvPr/>
        </p:nvSpPr>
        <p:spPr>
          <a:xfrm>
            <a:off x="542520" y="1646280"/>
            <a:ext cx="5885280" cy="180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9200" cy="538632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21" name="CustomShape 9"/>
          <p:cNvSpPr/>
          <p:nvPr/>
        </p:nvSpPr>
        <p:spPr>
          <a:xfrm>
            <a:off x="542520" y="5337360"/>
            <a:ext cx="4401000" cy="89784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0"/>
          <p:cNvSpPr/>
          <p:nvPr/>
        </p:nvSpPr>
        <p:spPr>
          <a:xfrm>
            <a:off x="750240" y="5449680"/>
            <a:ext cx="40910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11"/>
          <p:cNvSpPr/>
          <p:nvPr/>
        </p:nvSpPr>
        <p:spPr>
          <a:xfrm>
            <a:off x="1078200" y="5749560"/>
            <a:ext cx="16772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12"/>
          <p:cNvSpPr/>
          <p:nvPr/>
        </p:nvSpPr>
        <p:spPr>
          <a:xfrm>
            <a:off x="839880" y="5862240"/>
            <a:ext cx="216360" cy="123120"/>
          </a:xfrm>
          <a:custGeom>
            <a:avLst/>
            <a:gdLst>
              <a:gd name="textAreaLeft" fmla="*/ 0 w 216360"/>
              <a:gd name="textAreaRight" fmla="*/ 217800 w 216360"/>
              <a:gd name="textAreaTop" fmla="*/ 0 h 123120"/>
              <a:gd name="textAreaBottom" fmla="*/ 124560 h 12312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13"/>
          <p:cNvSpPr/>
          <p:nvPr/>
        </p:nvSpPr>
        <p:spPr>
          <a:xfrm>
            <a:off x="858960" y="5845320"/>
            <a:ext cx="178200" cy="55440"/>
          </a:xfrm>
          <a:custGeom>
            <a:avLst/>
            <a:gdLst>
              <a:gd name="textAreaLeft" fmla="*/ 0 w 178200"/>
              <a:gd name="textAreaRight" fmla="*/ 179640 w 178200"/>
              <a:gd name="textAreaTop" fmla="*/ 0 h 55440"/>
              <a:gd name="textAreaBottom" fmla="*/ 56880 h 5544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9280" tIns="11880" rIns="8928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14"/>
          <p:cNvSpPr/>
          <p:nvPr/>
        </p:nvSpPr>
        <p:spPr>
          <a:xfrm>
            <a:off x="3002400" y="5789520"/>
            <a:ext cx="1350720" cy="23580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15"/>
          <p:cNvSpPr/>
          <p:nvPr/>
        </p:nvSpPr>
        <p:spPr>
          <a:xfrm>
            <a:off x="8468280" y="3501720"/>
            <a:ext cx="1315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7080" cy="6702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27240" y="720000"/>
            <a:ext cx="588960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27240" y="340920"/>
            <a:ext cx="58849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3"/>
          <p:cNvSpPr/>
          <p:nvPr/>
        </p:nvSpPr>
        <p:spPr>
          <a:xfrm>
            <a:off x="327240" y="1887840"/>
            <a:ext cx="5132160" cy="165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14"/>
          <p:cNvSpPr/>
          <p:nvPr/>
        </p:nvSpPr>
        <p:spPr>
          <a:xfrm>
            <a:off x="599400" y="102924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15"/>
          <p:cNvSpPr/>
          <p:nvPr/>
        </p:nvSpPr>
        <p:spPr>
          <a:xfrm>
            <a:off x="612720" y="1888200"/>
            <a:ext cx="10749240" cy="28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612720" y="9900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15"/>
          <p:cNvSpPr/>
          <p:nvPr/>
        </p:nvSpPr>
        <p:spPr>
          <a:xfrm>
            <a:off x="612720" y="1869480"/>
            <a:ext cx="10749240" cy="28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Архитектурная карта среды Java, сравнение по ключевым признакам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Среда разработки для облачной среды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асинхронная обработка SOAP, REST, JPA запросов в микросервисах.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14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15"/>
          <p:cNvSpPr/>
          <p:nvPr/>
        </p:nvSpPr>
        <p:spPr>
          <a:xfrm>
            <a:off x="612720" y="1488600"/>
            <a:ext cx="10749240" cy="12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356760"/>
            <a:ext cx="11878560" cy="594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43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44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7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7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7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7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7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7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7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8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8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8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8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84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85"/>
          <p:cNvSpPr/>
          <p:nvPr/>
        </p:nvSpPr>
        <p:spPr>
          <a:xfrm>
            <a:off x="612720" y="1488600"/>
            <a:ext cx="10749240" cy="12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626480" y="180000"/>
            <a:ext cx="8703000" cy="647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CustomShape 17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18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19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20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21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22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23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24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25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26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27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28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29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86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87"/>
          <p:cNvSpPr/>
          <p:nvPr/>
        </p:nvSpPr>
        <p:spPr>
          <a:xfrm>
            <a:off x="612720" y="1488600"/>
            <a:ext cx="10749240" cy="12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0000" y="0"/>
            <a:ext cx="10799640" cy="683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CustomShape 88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103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104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105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106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107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8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09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10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11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112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113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114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115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116"/>
          <p:cNvSpPr/>
          <p:nvPr/>
        </p:nvSpPr>
        <p:spPr>
          <a:xfrm>
            <a:off x="612720" y="1488600"/>
            <a:ext cx="10749240" cy="12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80000"/>
            <a:ext cx="9899640" cy="6585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14"/>
          <p:cNvSpPr/>
          <p:nvPr/>
        </p:nvSpPr>
        <p:spPr>
          <a:xfrm>
            <a:off x="612720" y="9900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15"/>
          <p:cNvSpPr/>
          <p:nvPr/>
        </p:nvSpPr>
        <p:spPr>
          <a:xfrm>
            <a:off x="612720" y="1869480"/>
            <a:ext cx="10749240" cy="28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облачных систем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14"/>
          <p:cNvSpPr/>
          <p:nvPr/>
        </p:nvSpPr>
        <p:spPr>
          <a:xfrm>
            <a:off x="612720" y="9900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Что такое Quarkus?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15"/>
          <p:cNvSpPr/>
          <p:nvPr/>
        </p:nvSpPr>
        <p:spPr>
          <a:xfrm>
            <a:off x="612720" y="1869480"/>
            <a:ext cx="10749240" cy="28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Специально созданный для облачной среды и Kubernetes каркас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 Быстрый старт (до миллисекунд)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CustomShape 1"/>
          <p:cNvSpPr/>
          <p:nvPr/>
        </p:nvSpPr>
        <p:spPr>
          <a:xfrm>
            <a:off x="612720" y="3791880"/>
            <a:ext cx="588528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2"/>
          <p:cNvSpPr/>
          <p:nvPr/>
        </p:nvSpPr>
        <p:spPr>
          <a:xfrm>
            <a:off x="496440" y="2260800"/>
            <a:ext cx="5885280" cy="12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8920" cy="68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6080" cy="4961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CustomShape 30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31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32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33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34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35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36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37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38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39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40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41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42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600" cy="591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CustomShape 60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CustomShape 61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62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63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64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CustomShape 65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CustomShape 66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CustomShape 67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CustomShape 68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CustomShape 69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CustomShape 70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CustomShape 71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CustomShape 72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600" cy="534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ustomShape 45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CustomShape 46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ustomShape 47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CustomShape 48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CustomShape 49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CustomShape 50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CustomShape 51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CustomShape 52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CustomShape 53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CustomShape 54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CustomShape 55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CustomShape 56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CustomShape 57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CustomShape 58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CustomShape 59"/>
          <p:cNvSpPr/>
          <p:nvPr/>
        </p:nvSpPr>
        <p:spPr>
          <a:xfrm>
            <a:off x="600120" y="1308600"/>
            <a:ext cx="1074924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Spring Boot https://github.com/kchvilyov/qrk_001_spring/tree/java_hello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Quarkus https://github.com/kchvilyov/qrk_001_quarkus/tree/java_hello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Это представление  https://github.com/kchvilyov/qrk_001_quarkus/blob/java_hello/%D0%9F%D0%BE%D1%87%D0%B5%D0%BC%D1%83%20Java-%D1%80%D0%B0%D0%B7%D1%80%D0%B0%D0%B1%D0%BE%D1%82%D1%87%D0%B8%D0%BA%D1%83%20%D1%81%D0%BB%D0%B5%D0%B4%D1%83%D0%B5%D1%82%20%D0%B1%D1%80%D0%B0%D1%82%D1%8C%20%D0%BD%D0%B0%20%D0%B2%D0%BE%D0%BE%D1%80%D1%83%D0%B6%D0%B5%D0%BD%D0%B8%D0%B5%20Quarkus%20%D0%9F%D1%80%D0%B5%D0%B7%D0%B5%D0%BD%D1%82%D0%B0%D1%86%D0%B8%D1%8F_%D1%81%D0%B5%D0%BC%D0%B8%D0%BD%D0%B0%D1%80_IBS.pptx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CustomShape 1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CustomShape 2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CustomShape 3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CustomShape 4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ustomShape 5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CustomShape 6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CustomShape 7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CustomShape 8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CustomShape 9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CustomShape 10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CustomShape 11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CustomShape 12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CustomShape 13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61000" y="99720"/>
            <a:ext cx="11438640" cy="619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CustomShape 90"/>
          <p:cNvSpPr/>
          <p:nvPr/>
        </p:nvSpPr>
        <p:spPr>
          <a:xfrm>
            <a:off x="6757560" y="2544480"/>
            <a:ext cx="15181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CustomShape 91"/>
          <p:cNvSpPr/>
          <p:nvPr/>
        </p:nvSpPr>
        <p:spPr>
          <a:xfrm>
            <a:off x="6757560" y="3038760"/>
            <a:ext cx="18795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CustomShape 92"/>
          <p:cNvSpPr/>
          <p:nvPr/>
        </p:nvSpPr>
        <p:spPr>
          <a:xfrm>
            <a:off x="6757560" y="35668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CustomShape 93"/>
          <p:cNvSpPr/>
          <p:nvPr/>
        </p:nvSpPr>
        <p:spPr>
          <a:xfrm>
            <a:off x="6757560" y="4061160"/>
            <a:ext cx="187956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CustomShape 94"/>
          <p:cNvSpPr/>
          <p:nvPr/>
        </p:nvSpPr>
        <p:spPr>
          <a:xfrm>
            <a:off x="6766200" y="48301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CustomShape 95"/>
          <p:cNvSpPr/>
          <p:nvPr/>
        </p:nvSpPr>
        <p:spPr>
          <a:xfrm>
            <a:off x="6766200" y="5277240"/>
            <a:ext cx="16938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CustomShape 96"/>
          <p:cNvSpPr/>
          <p:nvPr/>
        </p:nvSpPr>
        <p:spPr>
          <a:xfrm>
            <a:off x="8996760" y="481248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CustomShape 97"/>
          <p:cNvSpPr/>
          <p:nvPr/>
        </p:nvSpPr>
        <p:spPr>
          <a:xfrm>
            <a:off x="8996760" y="5301720"/>
            <a:ext cx="22244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CustomShape 98"/>
          <p:cNvSpPr/>
          <p:nvPr/>
        </p:nvSpPr>
        <p:spPr>
          <a:xfrm>
            <a:off x="8992080" y="3563280"/>
            <a:ext cx="1115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CustomShape 99"/>
          <p:cNvSpPr/>
          <p:nvPr/>
        </p:nvSpPr>
        <p:spPr>
          <a:xfrm>
            <a:off x="8992080" y="4057560"/>
            <a:ext cx="2224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CustomShape 100"/>
          <p:cNvSpPr/>
          <p:nvPr/>
        </p:nvSpPr>
        <p:spPr>
          <a:xfrm>
            <a:off x="9006840" y="2551320"/>
            <a:ext cx="1636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CustomShape 101"/>
          <p:cNvSpPr/>
          <p:nvPr/>
        </p:nvSpPr>
        <p:spPr>
          <a:xfrm>
            <a:off x="9006840" y="3045600"/>
            <a:ext cx="200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CustomShape 102"/>
          <p:cNvSpPr/>
          <p:nvPr/>
        </p:nvSpPr>
        <p:spPr>
          <a:xfrm>
            <a:off x="612720" y="259560"/>
            <a:ext cx="58849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CustomShape 117"/>
          <p:cNvSpPr/>
          <p:nvPr/>
        </p:nvSpPr>
        <p:spPr>
          <a:xfrm>
            <a:off x="612720" y="646200"/>
            <a:ext cx="1074924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CustomShape 118"/>
          <p:cNvSpPr/>
          <p:nvPr/>
        </p:nvSpPr>
        <p:spPr>
          <a:xfrm>
            <a:off x="600120" y="1308600"/>
            <a:ext cx="1074924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📄 Официальная документация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Guides — quarkus.io/guides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Reference — docs.spring.io/spring-boot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🎥 Доклады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Андрей Кулешов — «Не Spring'ом единым? Смотрим на Quarkus»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"Battle of the frameworks" — Devoxx Greece 2023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📚 Книги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Cookbook (O'Reilly)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in Action (Manning)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💬 Сообщества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GitHub Discussions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Stack Overflow (тег: quarkus)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CustomShape 1"/>
          <p:cNvSpPr/>
          <p:nvPr/>
        </p:nvSpPr>
        <p:spPr>
          <a:xfrm>
            <a:off x="599040" y="2178360"/>
            <a:ext cx="7850520" cy="113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CustomShape 2"/>
          <p:cNvSpPr/>
          <p:nvPr/>
        </p:nvSpPr>
        <p:spPr>
          <a:xfrm>
            <a:off x="599040" y="2178360"/>
            <a:ext cx="9342720" cy="6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CustomShape 3"/>
          <p:cNvSpPr/>
          <p:nvPr/>
        </p:nvSpPr>
        <p:spPr>
          <a:xfrm>
            <a:off x="583200" y="2925360"/>
            <a:ext cx="6042240" cy="56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CustomShape 1"/>
          <p:cNvSpPr/>
          <p:nvPr/>
        </p:nvSpPr>
        <p:spPr>
          <a:xfrm>
            <a:off x="327240" y="723240"/>
            <a:ext cx="7850520" cy="11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CustomShape 2"/>
          <p:cNvSpPr/>
          <p:nvPr/>
        </p:nvSpPr>
        <p:spPr>
          <a:xfrm>
            <a:off x="327240" y="4712400"/>
            <a:ext cx="7292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0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6840" cy="22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1" name="CustomShape 3"/>
          <p:cNvSpPr/>
          <p:nvPr/>
        </p:nvSpPr>
        <p:spPr>
          <a:xfrm>
            <a:off x="3133440" y="2542320"/>
            <a:ext cx="3855600" cy="11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30609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2026-06-29T17:22:42Z</dcterms:modified>
  <cp:revision>1811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