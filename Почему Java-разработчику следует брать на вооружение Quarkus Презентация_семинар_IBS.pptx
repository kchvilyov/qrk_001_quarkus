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custom.xml" ContentType="application/vnd.openxmlformats-officedocument.custom-properties+xml"/>
  <Override PartName="/docProps/core.xml" ContentType="application/vnd.openxmlformats-package.core-properties+xml"/>
  <Override PartName="/docProps/app.xml" ContentType="application/vnd.openxmlformats-officedocument.extended-properti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theme/theme5.xml" ContentType="application/vnd.openxmlformats-officedocument.theme+xml"/>
  <Override PartName="/ppt/theme/theme6.xml" ContentType="application/vnd.openxmlformats-officedocument.theme+xml"/>
  <Override PartName="/ppt/presentation.xml" ContentType="application/vnd.openxmlformats-officedocument.presentationml.presentation.main+xml"/>
  <Override PartName="/ppt/slideMasters/slideMaster37.xml" ContentType="application/vnd.openxmlformats-officedocument.presentationml.slideMaster+xml"/>
  <Override PartName="/ppt/slideMasters/slideMaster62.xml" ContentType="application/vnd.openxmlformats-officedocument.presentationml.slideMaster+xml"/>
  <Override PartName="/ppt/slideMasters/slideMaster13.xml" ContentType="application/vnd.openxmlformats-officedocument.presentationml.slideMaster+xml"/>
  <Override PartName="/ppt/slideMasters/slideMaster1.xml" ContentType="application/vnd.openxmlformats-officedocument.presentationml.slideMaster+xml"/>
  <Override PartName="/ppt/slideMasters/slideMaster25.xml" ContentType="application/vnd.openxmlformats-officedocument.presentationml.slideMaster+xml"/>
  <Override PartName="/ppt/slideMasters/slideMaster50.xml" ContentType="application/vnd.openxmlformats-officedocument.presentationml.slideMaster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59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58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55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54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5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56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41.xml" ContentType="application/vnd.openxmlformats-officedocument.presentationml.slideLayout+xml"/>
  <Override PartName="/ppt/slideLayouts/slideLayout42.xml" ContentType="application/vnd.openxmlformats-officedocument.presentationml.slideLayout+xml"/>
  <Override PartName="/ppt/slideLayouts/slideLayout43.xml" ContentType="application/vnd.openxmlformats-officedocument.presentationml.slideLayout+xml"/>
  <Override PartName="/ppt/slideLayouts/slideLayout44.xml" ContentType="application/vnd.openxmlformats-officedocument.presentationml.slideLayout+xml"/>
  <Override PartName="/ppt/slideLayouts/slideLayout45.xml" ContentType="application/vnd.openxmlformats-officedocument.presentationml.slideLayout+xml"/>
  <Override PartName="/ppt/slideLayouts/slideLayout46.xml" ContentType="application/vnd.openxmlformats-officedocument.presentationml.slideLayout+xml"/>
  <Override PartName="/ppt/slideLayouts/slideLayout47.xml" ContentType="application/vnd.openxmlformats-officedocument.presentationml.slideLayout+xml"/>
  <Override PartName="/ppt/slideLayouts/slideLayout48.xml" ContentType="application/vnd.openxmlformats-officedocument.presentationml.slideLayout+xml"/>
  <Override PartName="/ppt/slideLayouts/slideLayout49.xml" ContentType="application/vnd.openxmlformats-officedocument.presentationml.slideLayout+xml"/>
  <Override PartName="/ppt/slideLayouts/slideLayout51.xml" ContentType="application/vnd.openxmlformats-officedocument.presentationml.slideLayout+xml"/>
  <Override PartName="/ppt/slideLayouts/slideLayout52.xml" ContentType="application/vnd.openxmlformats-officedocument.presentationml.slideLayout+xml"/>
  <Override PartName="/ppt/slideLayouts/slideLayout53.xml" ContentType="application/vnd.openxmlformats-officedocument.presentationml.slideLayout+xml"/>
  <Override PartName="/ppt/slideLayouts/slideLayout60.xml" ContentType="application/vnd.openxmlformats-officedocument.presentationml.slideLayout+xml"/>
  <Override PartName="/ppt/slideLayouts/slideLayout61.xml" ContentType="application/vnd.openxmlformats-officedocument.presentationml.slideLayout+xml"/>
  <Override PartName="/ppt/slideLayouts/slideLayout62.xml" ContentType="application/vnd.openxmlformats-officedocument.presentationml.slideLayout+xml"/>
  <Override PartName="/ppt/slideLayouts/slideLayout63.xml" ContentType="application/vnd.openxmlformats-officedocument.presentationml.slideLayout+xml"/>
  <Override PartName="/ppt/slideLayouts/slideLayout64.xml" ContentType="application/vnd.openxmlformats-officedocument.presentationml.slideLayout+xml"/>
  <Override PartName="/ppt/slideLayouts/slideLayout65.xml" ContentType="application/vnd.openxmlformats-officedocument.presentationml.slideLayout+xml"/>
  <Override PartName="/ppt/slideLayouts/slideLayout66.xml" ContentType="application/vnd.openxmlformats-officedocument.presentationml.slideLayout+xml"/>
  <Override PartName="/ppt/slideLayouts/slideLayout67.xml" ContentType="application/vnd.openxmlformats-officedocument.presentationml.slideLayout+xml"/>
  <Override PartName="/ppt/slideLayouts/slideLayout68.xml" ContentType="application/vnd.openxmlformats-officedocument.presentationml.slideLayout+xml"/>
  <Override PartName="/ppt/slideLayouts/slideLayout69.xml" ContentType="application/vnd.openxmlformats-officedocument.presentationml.slideLayout+xml"/>
  <Override PartName="/ppt/slideLayouts/slideLayout70.xml" ContentType="application/vnd.openxmlformats-officedocument.presentationml.slideLayout+xml"/>
  <Override PartName="/ppt/slideLayouts/slideLayout71.xml" ContentType="application/vnd.openxmlformats-officedocument.presentationml.slideLayout+xml"/>
  <Override PartName="/ppt/slideLayouts/slideLayout72.xml" ContentType="application/vnd.openxmlformats-officedocument.presentationml.slideLayout+xml"/>
  <Override PartName="/ppt/slideLayouts/slideLayout73.xml" ContentType="application/vnd.openxmlformats-officedocument.presentationml.slideLayout+xml"/>
  <Override PartName="/ppt/slideLayouts/slideLayout74.xml" ContentType="application/vnd.openxmlformats-officedocument.presentationml.slideLayout+xml"/>
  <Override PartName="/ppt/slideLayouts/slideLayout50.xml" ContentType="application/vnd.openxmlformats-officedocument.presentationml.slideLayout+xml"/>
  <Override PartName="/ppt/slides/slide18.xml" ContentType="application/vnd.openxmlformats-officedocument.presentationml.slide+xml"/>
  <Override PartName="/ppt/slides/slide1.xml" ContentType="application/vnd.openxmlformats-officedocument.presentationml.slide+xml"/>
  <Override PartName="/ppt/slides/slide2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11.xml" ContentType="application/vnd.openxmlformats-officedocument.presentationml.slide+xml"/>
  <Override PartName="/ppt/slides/slide8.xml" ContentType="application/vnd.openxmlformats-officedocument.presentationml.slide+xml"/>
  <Override PartName="/ppt/slides/slide10.xml" ContentType="application/vnd.openxmlformats-officedocument.presentationml.slide+xml"/>
  <Override PartName="/ppt/slides/slide9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9.xml" ContentType="application/vnd.openxmlformats-officedocument.presentationml.slide+xml"/>
  <Override PartName="/ppt/media/image16.svg" ContentType="image/svg"/>
  <Override PartName="/ppt/media/image18.svg" ContentType="image/svg"/>
  <Override PartName="/ppt/media/image30.svg" ContentType="image/svg"/>
  <Override PartName="/ppt/media/image20.svg" ContentType="image/svg"/>
  <Override PartName="/ppt/media/image22.svg" ContentType="image/svg"/>
  <Override PartName="/ppt/media/image24.svg" ContentType="image/svg"/>
  <Override PartName="/ppt/media/image26.svg" ContentType="image/svg"/>
  <Override PartName="/ppt/media/image28.svg" ContentType="image/svg"/>
  <Override PartName="/ppt/presProps.xml" ContentType="application/vnd.openxmlformats-officedocument.presentationml.presProps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  <p:sldMasterId id="2147483661" r:id="rId3"/>
    <p:sldMasterId id="2147483674" r:id="rId4"/>
    <p:sldMasterId id="2147483687" r:id="rId5"/>
    <p:sldMasterId id="2147483702" r:id="rId6"/>
    <p:sldMasterId id="2147483715" r:id="rId7"/>
  </p:sldMasterIdLst>
  <p:sldIdLst>
    <p:sldId id="256" r:id="rId8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</p:sldIdLst>
  <p:sldSz cx="11879263" cy="6840538"/>
  <p:notesSz cx="7559675" cy="10691813"/>
</p:presentation>
</file>

<file path=ppt/presProps.xml><?xml version="1.0" encoding="utf-8"?>
<p:presentationPr xmlns:a="http://schemas.openxmlformats.org/drawingml/2006/main" xmlns:p="http://schemas.openxmlformats.org/presentationml/2006/main" xmlns:r="http://schemas.openxmlformats.org/officeDocument/2006/relationships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Master" Target="slideMasters/slideMaster13.xml"/><Relationship Id="rId4" Type="http://schemas.openxmlformats.org/officeDocument/2006/relationships/slideMaster" Target="slideMasters/slideMaster25.xml"/><Relationship Id="rId5" Type="http://schemas.openxmlformats.org/officeDocument/2006/relationships/slideMaster" Target="slideMasters/slideMaster37.xml"/><Relationship Id="rId6" Type="http://schemas.openxmlformats.org/officeDocument/2006/relationships/slideMaster" Target="slideMasters/slideMaster50.xml"/><Relationship Id="rId7" Type="http://schemas.openxmlformats.org/officeDocument/2006/relationships/slideMaster" Target="slideMasters/slideMaster62.xml"/><Relationship Id="rId8" Type="http://schemas.openxmlformats.org/officeDocument/2006/relationships/slide" Target="slides/slide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presProps" Target="presProps.xml"/>
</Relationship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3.png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
</Relationships>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
</Relationships>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
</Relationships>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
</Relationships>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
</Relationships>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
</Relationships>
</file>

<file path=ppt/slideLayouts/_rels/slideLayout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
</Relationships>
</file>

<file path=ppt/slideLayouts/_rels/slideLayout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
</Relationships>
</file>

<file path=ppt/slideLayouts/_rels/slideLayout1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
</Relationships>
</file>

<file path=ppt/slideLayouts/_rels/slideLayout1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3.xml"/><Relationship Id="rId2" Type="http://schemas.openxmlformats.org/officeDocument/2006/relationships/image" Target="../media/image4.png"/><Relationship Id="rId3" Type="http://schemas.openxmlformats.org/officeDocument/2006/relationships/image" Target="../media/image3.png"/><Relationship Id="rId4" Type="http://schemas.openxmlformats.org/officeDocument/2006/relationships/image" Target="../media/image3.png"/>
</Relationships>
</file>

<file path=ppt/slideLayouts/_rels/slideLayout1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3.xml"/><Relationship Id="rId2" Type="http://schemas.openxmlformats.org/officeDocument/2006/relationships/image" Target="../media/image4.png"/>
</Relationships>
</file>

<file path=ppt/slideLayouts/_rels/slideLayout1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3.xml"/><Relationship Id="rId2" Type="http://schemas.openxmlformats.org/officeDocument/2006/relationships/image" Target="../media/image4.png"/>
</Relationships>
</file>

<file path=ppt/slideLayouts/_rels/slideLayout1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3.xml"/><Relationship Id="rId2" Type="http://schemas.openxmlformats.org/officeDocument/2006/relationships/image" Target="../media/image4.png"/>
</Relationships>
</file>

<file path=ppt/slideLayouts/_rels/slideLayout1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3.xml"/><Relationship Id="rId2" Type="http://schemas.openxmlformats.org/officeDocument/2006/relationships/image" Target="../media/image4.png"/>
</Relationships>
</file>

<file path=ppt/slideLayouts/_rels/slideLayout1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3.xml"/><Relationship Id="rId2" Type="http://schemas.openxmlformats.org/officeDocument/2006/relationships/image" Target="../media/image4.png"/>
</Relationships>
</file>

<file path=ppt/slideLayouts/_rels/slideLayout1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3.xml"/><Relationship Id="rId2" Type="http://schemas.openxmlformats.org/officeDocument/2006/relationships/image" Target="../media/image4.png"/>
</Relationships>
</file>

<file path=ppt/slideLayouts/_rels/slideLayout2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3.xml"/><Relationship Id="rId2" Type="http://schemas.openxmlformats.org/officeDocument/2006/relationships/image" Target="../media/image4.png"/>
</Relationships>
</file>

<file path=ppt/slideLayouts/_rels/slideLayout2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3.xml"/><Relationship Id="rId2" Type="http://schemas.openxmlformats.org/officeDocument/2006/relationships/image" Target="../media/image4.png"/>
</Relationships>
</file>

<file path=ppt/slideLayouts/_rels/slideLayout2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3.xml"/><Relationship Id="rId2" Type="http://schemas.openxmlformats.org/officeDocument/2006/relationships/image" Target="../media/image4.png"/>
</Relationships>
</file>

<file path=ppt/slideLayouts/_rels/slideLayout2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3.xml"/><Relationship Id="rId2" Type="http://schemas.openxmlformats.org/officeDocument/2006/relationships/image" Target="../media/image4.png"/>
</Relationships>
</file>

<file path=ppt/slideLayouts/_rels/slideLayout2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3.xml"/><Relationship Id="rId2" Type="http://schemas.openxmlformats.org/officeDocument/2006/relationships/image" Target="../media/image4.png"/>
</Relationships>
</file>

<file path=ppt/slideLayouts/_rels/slideLayout2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5.xml"/><Relationship Id="rId2" Type="http://schemas.openxmlformats.org/officeDocument/2006/relationships/image" Target="../media/image5.jpeg"/><Relationship Id="rId3" Type="http://schemas.openxmlformats.org/officeDocument/2006/relationships/image" Target="../media/image4.png"/>
</Relationships>
</file>

<file path=ppt/slideLayouts/_rels/slideLayout2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5.xml"/><Relationship Id="rId2" Type="http://schemas.openxmlformats.org/officeDocument/2006/relationships/image" Target="../media/image5.jpeg"/><Relationship Id="rId3" Type="http://schemas.openxmlformats.org/officeDocument/2006/relationships/image" Target="../media/image4.png"/><Relationship Id="rId4" Type="http://schemas.openxmlformats.org/officeDocument/2006/relationships/image" Target="../media/image3.png"/><Relationship Id="rId5" Type="http://schemas.openxmlformats.org/officeDocument/2006/relationships/image" Target="../media/image3.png"/>
</Relationships>
</file>

<file path=ppt/slideLayouts/_rels/slideLayout2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5.xml"/><Relationship Id="rId2" Type="http://schemas.openxmlformats.org/officeDocument/2006/relationships/image" Target="../media/image5.jpeg"/><Relationship Id="rId3" Type="http://schemas.openxmlformats.org/officeDocument/2006/relationships/image" Target="../media/image4.png"/>
</Relationships>
</file>

<file path=ppt/slideLayouts/_rels/slideLayout2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5.xml"/><Relationship Id="rId2" Type="http://schemas.openxmlformats.org/officeDocument/2006/relationships/image" Target="../media/image5.jpeg"/><Relationship Id="rId3" Type="http://schemas.openxmlformats.org/officeDocument/2006/relationships/image" Target="../media/image4.png"/>
</Relationships>
</file>

<file path=ppt/slideLayouts/_rels/slideLayout2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5.xml"/><Relationship Id="rId2" Type="http://schemas.openxmlformats.org/officeDocument/2006/relationships/image" Target="../media/image5.jpeg"/><Relationship Id="rId3" Type="http://schemas.openxmlformats.org/officeDocument/2006/relationships/image" Target="../media/image4.png"/>
</Relationships>
</file>

<file path=ppt/slideLayouts/_rels/slideLayout3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5.xml"/><Relationship Id="rId2" Type="http://schemas.openxmlformats.org/officeDocument/2006/relationships/image" Target="../media/image5.jpeg"/><Relationship Id="rId3" Type="http://schemas.openxmlformats.org/officeDocument/2006/relationships/image" Target="../media/image4.png"/>
</Relationships>
</file>

<file path=ppt/slideLayouts/_rels/slideLayout3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5.xml"/><Relationship Id="rId2" Type="http://schemas.openxmlformats.org/officeDocument/2006/relationships/image" Target="../media/image5.jpeg"/><Relationship Id="rId3" Type="http://schemas.openxmlformats.org/officeDocument/2006/relationships/image" Target="../media/image4.png"/>
</Relationships>
</file>

<file path=ppt/slideLayouts/_rels/slideLayout3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5.xml"/><Relationship Id="rId2" Type="http://schemas.openxmlformats.org/officeDocument/2006/relationships/image" Target="../media/image5.jpeg"/><Relationship Id="rId3" Type="http://schemas.openxmlformats.org/officeDocument/2006/relationships/image" Target="../media/image4.png"/>
</Relationships>
</file>

<file path=ppt/slideLayouts/_rels/slideLayout3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5.xml"/><Relationship Id="rId2" Type="http://schemas.openxmlformats.org/officeDocument/2006/relationships/image" Target="../media/image5.jpeg"/><Relationship Id="rId3" Type="http://schemas.openxmlformats.org/officeDocument/2006/relationships/image" Target="../media/image4.png"/>
</Relationships>
</file>

<file path=ppt/slideLayouts/_rels/slideLayout3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5.xml"/><Relationship Id="rId2" Type="http://schemas.openxmlformats.org/officeDocument/2006/relationships/image" Target="../media/image5.jpeg"/><Relationship Id="rId3" Type="http://schemas.openxmlformats.org/officeDocument/2006/relationships/image" Target="../media/image4.png"/>
</Relationships>
</file>

<file path=ppt/slideLayouts/_rels/slideLayout3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5.xml"/><Relationship Id="rId2" Type="http://schemas.openxmlformats.org/officeDocument/2006/relationships/image" Target="../media/image5.jpeg"/><Relationship Id="rId3" Type="http://schemas.openxmlformats.org/officeDocument/2006/relationships/image" Target="../media/image4.png"/>
</Relationships>
</file>

<file path=ppt/slideLayouts/_rels/slideLayout3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5.xml"/><Relationship Id="rId2" Type="http://schemas.openxmlformats.org/officeDocument/2006/relationships/image" Target="../media/image5.jpeg"/><Relationship Id="rId3" Type="http://schemas.openxmlformats.org/officeDocument/2006/relationships/image" Target="../media/image4.png"/>
</Relationships>
</file>

<file path=ppt/slideLayouts/_rels/slideLayout3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7.xml"/><Relationship Id="rId2" Type="http://schemas.openxmlformats.org/officeDocument/2006/relationships/image" Target="../media/image4.png"/><Relationship Id="rId3" Type="http://schemas.openxmlformats.org/officeDocument/2006/relationships/image" Target="../media/image3.png"/><Relationship Id="rId4" Type="http://schemas.openxmlformats.org/officeDocument/2006/relationships/image" Target="../media/image3.png"/>
</Relationships>
</file>

<file path=ppt/slideLayouts/_rels/slideLayout3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7.xml"/><Relationship Id="rId2" Type="http://schemas.openxmlformats.org/officeDocument/2006/relationships/image" Target="../media/image4.png"/>
</Relationships>
</file>

<file path=ppt/slideLayouts/_rels/slideLayout3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7.xml"/><Relationship Id="rId2" Type="http://schemas.openxmlformats.org/officeDocument/2006/relationships/image" Target="../media/image4.png"/>
</Relationships>
</file>

<file path=ppt/slideLayouts/_rels/slideLayout4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7.xml"/><Relationship Id="rId2" Type="http://schemas.openxmlformats.org/officeDocument/2006/relationships/image" Target="../media/image4.png"/>
</Relationships>
</file>

<file path=ppt/slideLayouts/_rels/slideLayout4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7.xml"/><Relationship Id="rId2" Type="http://schemas.openxmlformats.org/officeDocument/2006/relationships/image" Target="../media/image4.png"/>
</Relationships>
</file>

<file path=ppt/slideLayouts/_rels/slideLayout4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7.xml"/><Relationship Id="rId2" Type="http://schemas.openxmlformats.org/officeDocument/2006/relationships/image" Target="../media/image4.png"/>
</Relationships>
</file>

<file path=ppt/slideLayouts/_rels/slideLayout4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7.xml"/><Relationship Id="rId2" Type="http://schemas.openxmlformats.org/officeDocument/2006/relationships/image" Target="../media/image4.png"/>
</Relationships>
</file>

<file path=ppt/slideLayouts/_rels/slideLayout4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7.xml"/><Relationship Id="rId2" Type="http://schemas.openxmlformats.org/officeDocument/2006/relationships/image" Target="../media/image4.png"/>
</Relationships>
</file>

<file path=ppt/slideLayouts/_rels/slideLayout4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7.xml"/><Relationship Id="rId2" Type="http://schemas.openxmlformats.org/officeDocument/2006/relationships/image" Target="../media/image4.png"/>
</Relationships>
</file>

<file path=ppt/slideLayouts/_rels/slideLayout4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7.xml"/><Relationship Id="rId2" Type="http://schemas.openxmlformats.org/officeDocument/2006/relationships/image" Target="../media/image4.png"/>
</Relationships>
</file>

<file path=ppt/slideLayouts/_rels/slideLayout4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7.xml"/><Relationship Id="rId2" Type="http://schemas.openxmlformats.org/officeDocument/2006/relationships/image" Target="../media/image4.png"/>
</Relationships>
</file>

<file path=ppt/slideLayouts/_rels/slideLayout4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7.xml"/><Relationship Id="rId2" Type="http://schemas.openxmlformats.org/officeDocument/2006/relationships/image" Target="../media/image4.png"/>
</Relationships>
</file>

<file path=ppt/slideLayouts/_rels/slideLayout4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7.xml"/><Relationship Id="rId2" Type="http://schemas.openxmlformats.org/officeDocument/2006/relationships/image" Target="../media/image4.png"/>
</Relationships>
</file>

<file path=ppt/slideLayouts/_rels/slideLayout5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7.xml"/><Relationship Id="rId2" Type="http://schemas.openxmlformats.org/officeDocument/2006/relationships/image" Target="../media/image4.png"/>
</Relationships>
</file>

<file path=ppt/slideLayouts/_rels/slideLayout5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50.xml"/><Relationship Id="rId2" Type="http://schemas.openxmlformats.org/officeDocument/2006/relationships/image" Target="../media/image6.png"/><Relationship Id="rId3" Type="http://schemas.openxmlformats.org/officeDocument/2006/relationships/image" Target="../media/image7.png"/>
</Relationships>
</file>

<file path=ppt/slideLayouts/_rels/slideLayout5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50.xml"/><Relationship Id="rId2" Type="http://schemas.openxmlformats.org/officeDocument/2006/relationships/image" Target="../media/image6.png"/><Relationship Id="rId3" Type="http://schemas.openxmlformats.org/officeDocument/2006/relationships/image" Target="../media/image7.png"/><Relationship Id="rId4" Type="http://schemas.openxmlformats.org/officeDocument/2006/relationships/image" Target="../media/image3.png"/><Relationship Id="rId5" Type="http://schemas.openxmlformats.org/officeDocument/2006/relationships/image" Target="../media/image3.png"/>
</Relationships>
</file>

<file path=ppt/slideLayouts/_rels/slideLayout5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50.xml"/><Relationship Id="rId2" Type="http://schemas.openxmlformats.org/officeDocument/2006/relationships/image" Target="../media/image6.png"/><Relationship Id="rId3" Type="http://schemas.openxmlformats.org/officeDocument/2006/relationships/image" Target="../media/image7.png"/>
</Relationships>
</file>

<file path=ppt/slideLayouts/_rels/slideLayout5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50.xml"/><Relationship Id="rId2" Type="http://schemas.openxmlformats.org/officeDocument/2006/relationships/image" Target="../media/image6.png"/><Relationship Id="rId3" Type="http://schemas.openxmlformats.org/officeDocument/2006/relationships/image" Target="../media/image7.png"/>
</Relationships>
</file>

<file path=ppt/slideLayouts/_rels/slideLayout5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50.xml"/><Relationship Id="rId2" Type="http://schemas.openxmlformats.org/officeDocument/2006/relationships/image" Target="../media/image6.png"/><Relationship Id="rId3" Type="http://schemas.openxmlformats.org/officeDocument/2006/relationships/image" Target="../media/image7.png"/>
</Relationships>
</file>

<file path=ppt/slideLayouts/_rels/slideLayout5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50.xml"/><Relationship Id="rId2" Type="http://schemas.openxmlformats.org/officeDocument/2006/relationships/image" Target="../media/image6.png"/><Relationship Id="rId3" Type="http://schemas.openxmlformats.org/officeDocument/2006/relationships/image" Target="../media/image7.png"/>
</Relationships>
</file>

<file path=ppt/slideLayouts/_rels/slideLayout5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50.xml"/><Relationship Id="rId2" Type="http://schemas.openxmlformats.org/officeDocument/2006/relationships/image" Target="../media/image6.png"/><Relationship Id="rId3" Type="http://schemas.openxmlformats.org/officeDocument/2006/relationships/image" Target="../media/image7.png"/>
</Relationships>
</file>

<file path=ppt/slideLayouts/_rels/slideLayout5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50.xml"/><Relationship Id="rId2" Type="http://schemas.openxmlformats.org/officeDocument/2006/relationships/image" Target="../media/image6.png"/><Relationship Id="rId3" Type="http://schemas.openxmlformats.org/officeDocument/2006/relationships/image" Target="../media/image7.png"/>
</Relationships>
</file>

<file path=ppt/slideLayouts/_rels/slideLayout5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50.xml"/><Relationship Id="rId2" Type="http://schemas.openxmlformats.org/officeDocument/2006/relationships/image" Target="../media/image6.png"/><Relationship Id="rId3" Type="http://schemas.openxmlformats.org/officeDocument/2006/relationships/image" Target="../media/image7.png"/>
</Relationships>
</file>

<file path=ppt/slideLayouts/_rels/slideLayout6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50.xml"/><Relationship Id="rId2" Type="http://schemas.openxmlformats.org/officeDocument/2006/relationships/image" Target="../media/image6.png"/><Relationship Id="rId3" Type="http://schemas.openxmlformats.org/officeDocument/2006/relationships/image" Target="../media/image7.png"/>
</Relationships>
</file>

<file path=ppt/slideLayouts/_rels/slideLayout6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50.xml"/><Relationship Id="rId2" Type="http://schemas.openxmlformats.org/officeDocument/2006/relationships/image" Target="../media/image6.png"/><Relationship Id="rId3" Type="http://schemas.openxmlformats.org/officeDocument/2006/relationships/image" Target="../media/image7.png"/>
</Relationships>
</file>

<file path=ppt/slideLayouts/_rels/slideLayout6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50.xml"/><Relationship Id="rId2" Type="http://schemas.openxmlformats.org/officeDocument/2006/relationships/image" Target="../media/image6.png"/><Relationship Id="rId3" Type="http://schemas.openxmlformats.org/officeDocument/2006/relationships/image" Target="../media/image7.png"/>
</Relationships>
</file>

<file path=ppt/slideLayouts/_rels/slideLayout6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62.xml"/><Relationship Id="rId2" Type="http://schemas.openxmlformats.org/officeDocument/2006/relationships/image" Target="../media/image1.png"/><Relationship Id="rId3" Type="http://schemas.openxmlformats.org/officeDocument/2006/relationships/image" Target="../media/image8.png"/><Relationship Id="rId4" Type="http://schemas.openxmlformats.org/officeDocument/2006/relationships/image" Target="../media/image9.png"/><Relationship Id="rId5" Type="http://schemas.openxmlformats.org/officeDocument/2006/relationships/image" Target="../media/image10.png"/><Relationship Id="rId6" Type="http://schemas.openxmlformats.org/officeDocument/2006/relationships/image" Target="../media/image11.png"/><Relationship Id="rId7" Type="http://schemas.openxmlformats.org/officeDocument/2006/relationships/image" Target="../media/image12.png"/>
</Relationships>
</file>

<file path=ppt/slideLayouts/_rels/slideLayout6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62.xml"/><Relationship Id="rId2" Type="http://schemas.openxmlformats.org/officeDocument/2006/relationships/image" Target="../media/image1.png"/><Relationship Id="rId3" Type="http://schemas.openxmlformats.org/officeDocument/2006/relationships/image" Target="../media/image8.png"/><Relationship Id="rId4" Type="http://schemas.openxmlformats.org/officeDocument/2006/relationships/image" Target="../media/image9.png"/><Relationship Id="rId5" Type="http://schemas.openxmlformats.org/officeDocument/2006/relationships/image" Target="../media/image10.png"/><Relationship Id="rId6" Type="http://schemas.openxmlformats.org/officeDocument/2006/relationships/image" Target="../media/image11.png"/><Relationship Id="rId7" Type="http://schemas.openxmlformats.org/officeDocument/2006/relationships/image" Target="../media/image12.png"/>
</Relationships>
</file>

<file path=ppt/slideLayouts/_rels/slideLayout6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62.xml"/><Relationship Id="rId2" Type="http://schemas.openxmlformats.org/officeDocument/2006/relationships/image" Target="../media/image1.png"/><Relationship Id="rId3" Type="http://schemas.openxmlformats.org/officeDocument/2006/relationships/image" Target="../media/image8.png"/><Relationship Id="rId4" Type="http://schemas.openxmlformats.org/officeDocument/2006/relationships/image" Target="../media/image9.png"/><Relationship Id="rId5" Type="http://schemas.openxmlformats.org/officeDocument/2006/relationships/image" Target="../media/image10.png"/><Relationship Id="rId6" Type="http://schemas.openxmlformats.org/officeDocument/2006/relationships/image" Target="../media/image11.png"/><Relationship Id="rId7" Type="http://schemas.openxmlformats.org/officeDocument/2006/relationships/image" Target="../media/image12.png"/>
</Relationships>
</file>

<file path=ppt/slideLayouts/_rels/slideLayout6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62.xml"/><Relationship Id="rId2" Type="http://schemas.openxmlformats.org/officeDocument/2006/relationships/image" Target="../media/image1.png"/><Relationship Id="rId3" Type="http://schemas.openxmlformats.org/officeDocument/2006/relationships/image" Target="../media/image8.png"/><Relationship Id="rId4" Type="http://schemas.openxmlformats.org/officeDocument/2006/relationships/image" Target="../media/image9.png"/><Relationship Id="rId5" Type="http://schemas.openxmlformats.org/officeDocument/2006/relationships/image" Target="../media/image10.png"/><Relationship Id="rId6" Type="http://schemas.openxmlformats.org/officeDocument/2006/relationships/image" Target="../media/image11.png"/><Relationship Id="rId7" Type="http://schemas.openxmlformats.org/officeDocument/2006/relationships/image" Target="../media/image12.png"/>
</Relationships>
</file>

<file path=ppt/slideLayouts/_rels/slideLayout6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62.xml"/><Relationship Id="rId2" Type="http://schemas.openxmlformats.org/officeDocument/2006/relationships/image" Target="../media/image1.png"/><Relationship Id="rId3" Type="http://schemas.openxmlformats.org/officeDocument/2006/relationships/image" Target="../media/image8.png"/><Relationship Id="rId4" Type="http://schemas.openxmlformats.org/officeDocument/2006/relationships/image" Target="../media/image9.png"/><Relationship Id="rId5" Type="http://schemas.openxmlformats.org/officeDocument/2006/relationships/image" Target="../media/image10.png"/><Relationship Id="rId6" Type="http://schemas.openxmlformats.org/officeDocument/2006/relationships/image" Target="../media/image11.png"/><Relationship Id="rId7" Type="http://schemas.openxmlformats.org/officeDocument/2006/relationships/image" Target="../media/image12.png"/>
</Relationships>
</file>

<file path=ppt/slideLayouts/_rels/slideLayout6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62.xml"/><Relationship Id="rId2" Type="http://schemas.openxmlformats.org/officeDocument/2006/relationships/image" Target="../media/image1.png"/><Relationship Id="rId3" Type="http://schemas.openxmlformats.org/officeDocument/2006/relationships/image" Target="../media/image8.png"/><Relationship Id="rId4" Type="http://schemas.openxmlformats.org/officeDocument/2006/relationships/image" Target="../media/image9.png"/><Relationship Id="rId5" Type="http://schemas.openxmlformats.org/officeDocument/2006/relationships/image" Target="../media/image10.png"/><Relationship Id="rId6" Type="http://schemas.openxmlformats.org/officeDocument/2006/relationships/image" Target="../media/image11.png"/><Relationship Id="rId7" Type="http://schemas.openxmlformats.org/officeDocument/2006/relationships/image" Target="../media/image12.png"/><Relationship Id="rId8" Type="http://schemas.openxmlformats.org/officeDocument/2006/relationships/image" Target="../media/image3.png"/><Relationship Id="rId9" Type="http://schemas.openxmlformats.org/officeDocument/2006/relationships/image" Target="../media/image3.png"/>
</Relationships>
</file>

<file path=ppt/slideLayouts/_rels/slideLayout6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62.xml"/><Relationship Id="rId2" Type="http://schemas.openxmlformats.org/officeDocument/2006/relationships/image" Target="../media/image1.png"/><Relationship Id="rId3" Type="http://schemas.openxmlformats.org/officeDocument/2006/relationships/image" Target="../media/image8.png"/><Relationship Id="rId4" Type="http://schemas.openxmlformats.org/officeDocument/2006/relationships/image" Target="../media/image9.png"/><Relationship Id="rId5" Type="http://schemas.openxmlformats.org/officeDocument/2006/relationships/image" Target="../media/image10.png"/><Relationship Id="rId6" Type="http://schemas.openxmlformats.org/officeDocument/2006/relationships/image" Target="../media/image11.png"/><Relationship Id="rId7" Type="http://schemas.openxmlformats.org/officeDocument/2006/relationships/image" Target="../media/image12.png"/>
</Relationships>
</file>

<file path=ppt/slideLayouts/_rels/slideLayout7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62.xml"/><Relationship Id="rId2" Type="http://schemas.openxmlformats.org/officeDocument/2006/relationships/image" Target="../media/image1.png"/><Relationship Id="rId3" Type="http://schemas.openxmlformats.org/officeDocument/2006/relationships/image" Target="../media/image8.png"/><Relationship Id="rId4" Type="http://schemas.openxmlformats.org/officeDocument/2006/relationships/image" Target="../media/image9.png"/><Relationship Id="rId5" Type="http://schemas.openxmlformats.org/officeDocument/2006/relationships/image" Target="../media/image10.png"/><Relationship Id="rId6" Type="http://schemas.openxmlformats.org/officeDocument/2006/relationships/image" Target="../media/image11.png"/><Relationship Id="rId7" Type="http://schemas.openxmlformats.org/officeDocument/2006/relationships/image" Target="../media/image12.png"/>
</Relationships>
</file>

<file path=ppt/slideLayouts/_rels/slideLayout7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62.xml"/><Relationship Id="rId2" Type="http://schemas.openxmlformats.org/officeDocument/2006/relationships/image" Target="../media/image1.png"/><Relationship Id="rId3" Type="http://schemas.openxmlformats.org/officeDocument/2006/relationships/image" Target="../media/image8.png"/><Relationship Id="rId4" Type="http://schemas.openxmlformats.org/officeDocument/2006/relationships/image" Target="../media/image9.png"/><Relationship Id="rId5" Type="http://schemas.openxmlformats.org/officeDocument/2006/relationships/image" Target="../media/image10.png"/><Relationship Id="rId6" Type="http://schemas.openxmlformats.org/officeDocument/2006/relationships/image" Target="../media/image11.png"/><Relationship Id="rId7" Type="http://schemas.openxmlformats.org/officeDocument/2006/relationships/image" Target="../media/image12.png"/>
</Relationships>
</file>

<file path=ppt/slideLayouts/_rels/slideLayout7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62.xml"/><Relationship Id="rId2" Type="http://schemas.openxmlformats.org/officeDocument/2006/relationships/image" Target="../media/image1.png"/><Relationship Id="rId3" Type="http://schemas.openxmlformats.org/officeDocument/2006/relationships/image" Target="../media/image8.png"/><Relationship Id="rId4" Type="http://schemas.openxmlformats.org/officeDocument/2006/relationships/image" Target="../media/image9.png"/><Relationship Id="rId5" Type="http://schemas.openxmlformats.org/officeDocument/2006/relationships/image" Target="../media/image10.png"/><Relationship Id="rId6" Type="http://schemas.openxmlformats.org/officeDocument/2006/relationships/image" Target="../media/image11.png"/><Relationship Id="rId7" Type="http://schemas.openxmlformats.org/officeDocument/2006/relationships/image" Target="../media/image12.png"/>
</Relationships>
</file>

<file path=ppt/slideLayouts/_rels/slideLayout7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62.xml"/><Relationship Id="rId2" Type="http://schemas.openxmlformats.org/officeDocument/2006/relationships/image" Target="../media/image1.png"/><Relationship Id="rId3" Type="http://schemas.openxmlformats.org/officeDocument/2006/relationships/image" Target="../media/image8.png"/><Relationship Id="rId4" Type="http://schemas.openxmlformats.org/officeDocument/2006/relationships/image" Target="../media/image9.png"/><Relationship Id="rId5" Type="http://schemas.openxmlformats.org/officeDocument/2006/relationships/image" Target="../media/image10.png"/><Relationship Id="rId6" Type="http://schemas.openxmlformats.org/officeDocument/2006/relationships/image" Target="../media/image11.png"/><Relationship Id="rId7" Type="http://schemas.openxmlformats.org/officeDocument/2006/relationships/image" Target="../media/image12.png"/>
</Relationships>
</file>

<file path=ppt/slideLayouts/_rels/slideLayout7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62.xml"/><Relationship Id="rId2" Type="http://schemas.openxmlformats.org/officeDocument/2006/relationships/image" Target="../media/image1.png"/><Relationship Id="rId3" Type="http://schemas.openxmlformats.org/officeDocument/2006/relationships/image" Target="../media/image8.png"/><Relationship Id="rId4" Type="http://schemas.openxmlformats.org/officeDocument/2006/relationships/image" Target="../media/image9.png"/><Relationship Id="rId5" Type="http://schemas.openxmlformats.org/officeDocument/2006/relationships/image" Target="../media/image10.png"/><Relationship Id="rId6" Type="http://schemas.openxmlformats.org/officeDocument/2006/relationships/image" Target="../media/image11.png"/><Relationship Id="rId7" Type="http://schemas.openxmlformats.org/officeDocument/2006/relationships/image" Target="../media/image12.png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Рисунок 3"/>
          <p:cNvPicPr/>
          <p:nvPr/>
        </p:nvPicPr>
        <p:blipFill>
          <a:blip r:embed="rId2"/>
          <a:stretch/>
        </p:blipFill>
        <p:spPr>
          <a:xfrm>
            <a:off x="0" y="0"/>
            <a:ext cx="11876760" cy="68378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" name="CustomShape 1"/>
          <p:cNvSpPr/>
          <p:nvPr/>
        </p:nvSpPr>
        <p:spPr>
          <a:xfrm>
            <a:off x="0" y="0"/>
            <a:ext cx="11876760" cy="6837840"/>
          </a:xfrm>
          <a:prstGeom prst="rect">
            <a:avLst/>
          </a:prstGeom>
          <a:gradFill rotWithShape="0">
            <a:gsLst>
              <a:gs pos="23000">
                <a:srgbClr val="1F497D">
                  <a:alpha val="60000"/>
                </a:srgbClr>
              </a:gs>
              <a:gs pos="100000">
                <a:srgbClr val="1F497D">
                  <a:alpha val="46000"/>
                </a:srgbClr>
              </a:gs>
            </a:gsLst>
            <a:lin ang="0"/>
          </a:gra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4" name="Рисунок 12"/>
          <p:cNvPicPr/>
          <p:nvPr/>
        </p:nvPicPr>
        <p:blipFill>
          <a:blip r:embed="rId3"/>
          <a:stretch/>
        </p:blipFill>
        <p:spPr>
          <a:xfrm>
            <a:off x="327240" y="5953680"/>
            <a:ext cx="1841400" cy="6732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" name="CustomShape 2"/>
          <p:cNvSpPr/>
          <p:nvPr/>
        </p:nvSpPr>
        <p:spPr>
          <a:xfrm>
            <a:off x="0" y="474480"/>
            <a:ext cx="140400" cy="20466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/>
        </p:style>
        <p:txBody>
          <a:bodyPr lIns="70200" tIns="45000" rIns="702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" name="PlaceHolder 1"/>
          <p:cNvSpPr>
            <a:spLocks noGrp="1"/>
          </p:cNvSpPr>
          <p:nvPr>
            <p:ph type="title"/>
          </p:nvPr>
        </p:nvSpPr>
        <p:spPr>
          <a:xfrm>
            <a:off x="593640" y="218880"/>
            <a:ext cx="10689840" cy="12492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lnSpc>
                <a:spcPct val="100000"/>
              </a:lnSpc>
              <a:buNone/>
              <a:tabLst>
                <a:tab pos="0" algn="l"/>
              </a:tabLst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текста заглавия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" name="PlaceHolder 2"/>
          <p:cNvSpPr>
            <a:spLocks noGrp="1"/>
          </p:cNvSpPr>
          <p:nvPr>
            <p:ph type="body"/>
          </p:nvPr>
        </p:nvSpPr>
        <p:spPr>
          <a:xfrm>
            <a:off x="593640" y="1600560"/>
            <a:ext cx="5216040" cy="18910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32000"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" name="PlaceHolder 3"/>
          <p:cNvSpPr>
            <a:spLocks noGrp="1"/>
          </p:cNvSpPr>
          <p:nvPr>
            <p:ph type="body"/>
          </p:nvPr>
        </p:nvSpPr>
        <p:spPr>
          <a:xfrm>
            <a:off x="6072120" y="1600560"/>
            <a:ext cx="5216040" cy="18910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" name="PlaceHolder 4"/>
          <p:cNvSpPr>
            <a:spLocks noGrp="1"/>
          </p:cNvSpPr>
          <p:nvPr>
            <p:ph type="body"/>
          </p:nvPr>
        </p:nvSpPr>
        <p:spPr>
          <a:xfrm>
            <a:off x="6072120" y="3672720"/>
            <a:ext cx="5216040" cy="18910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" name="PlaceHolder 5"/>
          <p:cNvSpPr>
            <a:spLocks noGrp="1"/>
          </p:cNvSpPr>
          <p:nvPr>
            <p:ph type="body"/>
          </p:nvPr>
        </p:nvSpPr>
        <p:spPr>
          <a:xfrm>
            <a:off x="593640" y="3672720"/>
            <a:ext cx="5216040" cy="18910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Рисунок 3"/>
          <p:cNvPicPr/>
          <p:nvPr/>
        </p:nvPicPr>
        <p:blipFill>
          <a:blip r:embed="rId2"/>
          <a:stretch/>
        </p:blipFill>
        <p:spPr>
          <a:xfrm>
            <a:off x="0" y="0"/>
            <a:ext cx="11876760" cy="68378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2" name="CustomShape 1"/>
          <p:cNvSpPr/>
          <p:nvPr/>
        </p:nvSpPr>
        <p:spPr>
          <a:xfrm>
            <a:off x="0" y="0"/>
            <a:ext cx="11876760" cy="6837840"/>
          </a:xfrm>
          <a:prstGeom prst="rect">
            <a:avLst/>
          </a:prstGeom>
          <a:gradFill rotWithShape="0">
            <a:gsLst>
              <a:gs pos="23000">
                <a:srgbClr val="1F497D">
                  <a:alpha val="60000"/>
                </a:srgbClr>
              </a:gs>
              <a:gs pos="100000">
                <a:srgbClr val="1F497D">
                  <a:alpha val="46000"/>
                </a:srgbClr>
              </a:gs>
            </a:gsLst>
            <a:lin ang="0"/>
          </a:gra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3" name="Рисунок 12"/>
          <p:cNvPicPr/>
          <p:nvPr/>
        </p:nvPicPr>
        <p:blipFill>
          <a:blip r:embed="rId3"/>
          <a:stretch/>
        </p:blipFill>
        <p:spPr>
          <a:xfrm>
            <a:off x="327240" y="5953680"/>
            <a:ext cx="1841400" cy="6732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4" name="CustomShape 2"/>
          <p:cNvSpPr/>
          <p:nvPr/>
        </p:nvSpPr>
        <p:spPr>
          <a:xfrm>
            <a:off x="0" y="474480"/>
            <a:ext cx="140400" cy="20466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/>
        </p:style>
        <p:txBody>
          <a:bodyPr lIns="70200" tIns="45000" rIns="702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" name="PlaceHolder 1"/>
          <p:cNvSpPr>
            <a:spLocks noGrp="1"/>
          </p:cNvSpPr>
          <p:nvPr>
            <p:ph type="title"/>
          </p:nvPr>
        </p:nvSpPr>
        <p:spPr>
          <a:xfrm>
            <a:off x="593640" y="218880"/>
            <a:ext cx="10689840" cy="12492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lnSpc>
                <a:spcPct val="100000"/>
              </a:lnSpc>
              <a:buNone/>
              <a:tabLst>
                <a:tab pos="0" algn="l"/>
              </a:tabLst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текста заглавия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" name="PlaceHolder 2"/>
          <p:cNvSpPr>
            <a:spLocks noGrp="1"/>
          </p:cNvSpPr>
          <p:nvPr>
            <p:ph type="body"/>
          </p:nvPr>
        </p:nvSpPr>
        <p:spPr>
          <a:xfrm>
            <a:off x="593640" y="1600560"/>
            <a:ext cx="10689840" cy="39657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32000"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" name="PlaceHolder 3"/>
          <p:cNvSpPr>
            <a:spLocks noGrp="1"/>
          </p:cNvSpPr>
          <p:nvPr>
            <p:ph type="body"/>
          </p:nvPr>
        </p:nvSpPr>
        <p:spPr>
          <a:xfrm>
            <a:off x="593640" y="1600560"/>
            <a:ext cx="10689840" cy="39657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8" name=""/>
          <p:cNvPicPr/>
          <p:nvPr/>
        </p:nvPicPr>
        <p:blipFill>
          <a:blip r:embed="rId4"/>
          <a:stretch/>
        </p:blipFill>
        <p:spPr>
          <a:xfrm>
            <a:off x="3453120" y="1600200"/>
            <a:ext cx="4970520" cy="396576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19" name=""/>
          <p:cNvPicPr/>
          <p:nvPr/>
        </p:nvPicPr>
        <p:blipFill>
          <a:blip r:embed="rId5"/>
          <a:stretch/>
        </p:blipFill>
        <p:spPr>
          <a:xfrm>
            <a:off x="3453120" y="1600200"/>
            <a:ext cx="4970520" cy="3965760"/>
          </a:xfrm>
          <a:prstGeom prst="rect">
            <a:avLst/>
          </a:prstGeom>
          <a:noFill/>
          <a:ln w="0">
            <a:noFill/>
          </a:ln>
        </p:spPr>
      </p:pic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" name="Рисунок 3"/>
          <p:cNvPicPr/>
          <p:nvPr/>
        </p:nvPicPr>
        <p:blipFill>
          <a:blip r:embed="rId2"/>
          <a:stretch/>
        </p:blipFill>
        <p:spPr>
          <a:xfrm>
            <a:off x="0" y="0"/>
            <a:ext cx="11876760" cy="68378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1" name="CustomShape 1"/>
          <p:cNvSpPr/>
          <p:nvPr/>
        </p:nvSpPr>
        <p:spPr>
          <a:xfrm>
            <a:off x="0" y="0"/>
            <a:ext cx="11876760" cy="6837840"/>
          </a:xfrm>
          <a:prstGeom prst="rect">
            <a:avLst/>
          </a:prstGeom>
          <a:gradFill rotWithShape="0">
            <a:gsLst>
              <a:gs pos="23000">
                <a:srgbClr val="1F497D">
                  <a:alpha val="60000"/>
                </a:srgbClr>
              </a:gs>
              <a:gs pos="100000">
                <a:srgbClr val="1F497D">
                  <a:alpha val="46000"/>
                </a:srgbClr>
              </a:gs>
            </a:gsLst>
            <a:lin ang="0"/>
          </a:gra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22" name="Рисунок 12"/>
          <p:cNvPicPr/>
          <p:nvPr/>
        </p:nvPicPr>
        <p:blipFill>
          <a:blip r:embed="rId3"/>
          <a:stretch/>
        </p:blipFill>
        <p:spPr>
          <a:xfrm>
            <a:off x="327240" y="5953680"/>
            <a:ext cx="1841400" cy="6732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3" name="CustomShape 2"/>
          <p:cNvSpPr/>
          <p:nvPr/>
        </p:nvSpPr>
        <p:spPr>
          <a:xfrm>
            <a:off x="0" y="474480"/>
            <a:ext cx="140400" cy="20466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/>
        </p:style>
        <p:txBody>
          <a:bodyPr lIns="70200" tIns="45000" rIns="702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" name="PlaceHolder 1"/>
          <p:cNvSpPr>
            <a:spLocks noGrp="1"/>
          </p:cNvSpPr>
          <p:nvPr>
            <p:ph type="title"/>
          </p:nvPr>
        </p:nvSpPr>
        <p:spPr>
          <a:xfrm>
            <a:off x="593640" y="272880"/>
            <a:ext cx="10690200" cy="11412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lnSpc>
                <a:spcPct val="100000"/>
              </a:lnSpc>
              <a:buNone/>
              <a:tabLst>
                <a:tab pos="0" algn="l"/>
              </a:tabLst>
              <a:defRPr lang="ru-RU" sz="4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ru-RU" sz="4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текста заглавия щёлкните мышью</a:t>
            </a:r>
            <a:endParaRPr lang="ru-RU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" name="PlaceHolder 2"/>
          <p:cNvSpPr>
            <a:spLocks noGrp="1"/>
          </p:cNvSpPr>
          <p:nvPr>
            <p:ph type="body"/>
          </p:nvPr>
        </p:nvSpPr>
        <p:spPr>
          <a:xfrm>
            <a:off x="593640" y="1600560"/>
            <a:ext cx="10690200" cy="39661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32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2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2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32000"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3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2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2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6" name="Рисунок 3"/>
          <p:cNvPicPr/>
          <p:nvPr/>
        </p:nvPicPr>
        <p:blipFill>
          <a:blip r:embed="rId2"/>
          <a:stretch/>
        </p:blipFill>
        <p:spPr>
          <a:xfrm>
            <a:off x="0" y="0"/>
            <a:ext cx="11876760" cy="68378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7" name="CustomShape 1"/>
          <p:cNvSpPr/>
          <p:nvPr/>
        </p:nvSpPr>
        <p:spPr>
          <a:xfrm>
            <a:off x="0" y="0"/>
            <a:ext cx="11876760" cy="6837840"/>
          </a:xfrm>
          <a:prstGeom prst="rect">
            <a:avLst/>
          </a:prstGeom>
          <a:gradFill rotWithShape="0">
            <a:gsLst>
              <a:gs pos="23000">
                <a:srgbClr val="1F497D">
                  <a:alpha val="60000"/>
                </a:srgbClr>
              </a:gs>
              <a:gs pos="100000">
                <a:srgbClr val="1F497D">
                  <a:alpha val="46000"/>
                </a:srgbClr>
              </a:gs>
            </a:gsLst>
            <a:lin ang="0"/>
          </a:gra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28" name="Рисунок 12"/>
          <p:cNvPicPr/>
          <p:nvPr/>
        </p:nvPicPr>
        <p:blipFill>
          <a:blip r:embed="rId3"/>
          <a:stretch/>
        </p:blipFill>
        <p:spPr>
          <a:xfrm>
            <a:off x="327240" y="5953680"/>
            <a:ext cx="1841400" cy="6732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9" name="CustomShape 2"/>
          <p:cNvSpPr/>
          <p:nvPr/>
        </p:nvSpPr>
        <p:spPr>
          <a:xfrm>
            <a:off x="0" y="474480"/>
            <a:ext cx="140400" cy="20466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/>
        </p:style>
        <p:txBody>
          <a:bodyPr lIns="70200" tIns="45000" rIns="702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" name="PlaceHolder 1"/>
          <p:cNvSpPr>
            <a:spLocks noGrp="1"/>
          </p:cNvSpPr>
          <p:nvPr>
            <p:ph type="title"/>
          </p:nvPr>
        </p:nvSpPr>
        <p:spPr>
          <a:xfrm>
            <a:off x="593640" y="218880"/>
            <a:ext cx="10689840" cy="12492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lnSpc>
                <a:spcPct val="100000"/>
              </a:lnSpc>
              <a:buNone/>
              <a:tabLst>
                <a:tab pos="0" algn="l"/>
              </a:tabLst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текста заглавия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1" name="Рисунок 3"/>
          <p:cNvPicPr/>
          <p:nvPr/>
        </p:nvPicPr>
        <p:blipFill>
          <a:blip r:embed="rId2"/>
          <a:stretch/>
        </p:blipFill>
        <p:spPr>
          <a:xfrm>
            <a:off x="0" y="0"/>
            <a:ext cx="11876760" cy="68378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2" name="CustomShape 1"/>
          <p:cNvSpPr/>
          <p:nvPr/>
        </p:nvSpPr>
        <p:spPr>
          <a:xfrm>
            <a:off x="0" y="0"/>
            <a:ext cx="11876760" cy="6837840"/>
          </a:xfrm>
          <a:prstGeom prst="rect">
            <a:avLst/>
          </a:prstGeom>
          <a:gradFill rotWithShape="0">
            <a:gsLst>
              <a:gs pos="23000">
                <a:srgbClr val="1F497D">
                  <a:alpha val="60000"/>
                </a:srgbClr>
              </a:gs>
              <a:gs pos="100000">
                <a:srgbClr val="1F497D">
                  <a:alpha val="46000"/>
                </a:srgbClr>
              </a:gs>
            </a:gsLst>
            <a:lin ang="0"/>
          </a:gra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33" name="Рисунок 12"/>
          <p:cNvPicPr/>
          <p:nvPr/>
        </p:nvPicPr>
        <p:blipFill>
          <a:blip r:embed="rId3"/>
          <a:stretch/>
        </p:blipFill>
        <p:spPr>
          <a:xfrm>
            <a:off x="327240" y="5953680"/>
            <a:ext cx="1841400" cy="6732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4" name="CustomShape 2"/>
          <p:cNvSpPr/>
          <p:nvPr/>
        </p:nvSpPr>
        <p:spPr>
          <a:xfrm>
            <a:off x="0" y="474480"/>
            <a:ext cx="140400" cy="20466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/>
        </p:style>
        <p:txBody>
          <a:bodyPr lIns="70200" tIns="45000" rIns="702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" name="PlaceHolder 1"/>
          <p:cNvSpPr>
            <a:spLocks noGrp="1"/>
          </p:cNvSpPr>
          <p:nvPr>
            <p:ph type="title"/>
          </p:nvPr>
        </p:nvSpPr>
        <p:spPr>
          <a:xfrm>
            <a:off x="593640" y="218880"/>
            <a:ext cx="10689840" cy="12492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lnSpc>
                <a:spcPct val="100000"/>
              </a:lnSpc>
              <a:buNone/>
              <a:tabLst>
                <a:tab pos="0" algn="l"/>
              </a:tabLst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текста заглавия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" name="PlaceHolder 2"/>
          <p:cNvSpPr>
            <a:spLocks noGrp="1"/>
          </p:cNvSpPr>
          <p:nvPr>
            <p:ph type="body"/>
          </p:nvPr>
        </p:nvSpPr>
        <p:spPr>
          <a:xfrm>
            <a:off x="593640" y="1600560"/>
            <a:ext cx="10689840" cy="39657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32000"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7" name="Рисунок 3"/>
          <p:cNvPicPr/>
          <p:nvPr/>
        </p:nvPicPr>
        <p:blipFill>
          <a:blip r:embed="rId2"/>
          <a:stretch/>
        </p:blipFill>
        <p:spPr>
          <a:xfrm>
            <a:off x="0" y="0"/>
            <a:ext cx="11876760" cy="68378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8" name="CustomShape 1"/>
          <p:cNvSpPr/>
          <p:nvPr/>
        </p:nvSpPr>
        <p:spPr>
          <a:xfrm>
            <a:off x="0" y="0"/>
            <a:ext cx="11876760" cy="6837840"/>
          </a:xfrm>
          <a:prstGeom prst="rect">
            <a:avLst/>
          </a:prstGeom>
          <a:gradFill rotWithShape="0">
            <a:gsLst>
              <a:gs pos="23000">
                <a:srgbClr val="1F497D">
                  <a:alpha val="60000"/>
                </a:srgbClr>
              </a:gs>
              <a:gs pos="100000">
                <a:srgbClr val="1F497D">
                  <a:alpha val="46000"/>
                </a:srgbClr>
              </a:gs>
            </a:gsLst>
            <a:lin ang="0"/>
          </a:gra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39" name="Рисунок 12"/>
          <p:cNvPicPr/>
          <p:nvPr/>
        </p:nvPicPr>
        <p:blipFill>
          <a:blip r:embed="rId3"/>
          <a:stretch/>
        </p:blipFill>
        <p:spPr>
          <a:xfrm>
            <a:off x="327240" y="5953680"/>
            <a:ext cx="1841400" cy="6732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0" name="CustomShape 2"/>
          <p:cNvSpPr/>
          <p:nvPr/>
        </p:nvSpPr>
        <p:spPr>
          <a:xfrm>
            <a:off x="0" y="474480"/>
            <a:ext cx="140400" cy="20466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/>
        </p:style>
        <p:txBody>
          <a:bodyPr lIns="70200" tIns="45000" rIns="702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1" name="PlaceHolder 1"/>
          <p:cNvSpPr>
            <a:spLocks noGrp="1"/>
          </p:cNvSpPr>
          <p:nvPr>
            <p:ph type="title"/>
          </p:nvPr>
        </p:nvSpPr>
        <p:spPr>
          <a:xfrm>
            <a:off x="593640" y="218880"/>
            <a:ext cx="10689840" cy="12492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lnSpc>
                <a:spcPct val="100000"/>
              </a:lnSpc>
              <a:buNone/>
              <a:tabLst>
                <a:tab pos="0" algn="l"/>
              </a:tabLst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текста заглавия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2" name="PlaceHolder 2"/>
          <p:cNvSpPr>
            <a:spLocks noGrp="1"/>
          </p:cNvSpPr>
          <p:nvPr>
            <p:ph type="body"/>
          </p:nvPr>
        </p:nvSpPr>
        <p:spPr>
          <a:xfrm>
            <a:off x="593640" y="1600560"/>
            <a:ext cx="5216040" cy="39657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32000"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3" name="PlaceHolder 3"/>
          <p:cNvSpPr>
            <a:spLocks noGrp="1"/>
          </p:cNvSpPr>
          <p:nvPr>
            <p:ph type="body"/>
          </p:nvPr>
        </p:nvSpPr>
        <p:spPr>
          <a:xfrm>
            <a:off x="6072120" y="1600560"/>
            <a:ext cx="5216040" cy="39657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4" name="Рисунок 3"/>
          <p:cNvPicPr/>
          <p:nvPr/>
        </p:nvPicPr>
        <p:blipFill>
          <a:blip r:embed="rId2"/>
          <a:stretch/>
        </p:blipFill>
        <p:spPr>
          <a:xfrm>
            <a:off x="0" y="0"/>
            <a:ext cx="11876760" cy="68378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5" name="CustomShape 1"/>
          <p:cNvSpPr/>
          <p:nvPr/>
        </p:nvSpPr>
        <p:spPr>
          <a:xfrm>
            <a:off x="0" y="0"/>
            <a:ext cx="11876760" cy="6837840"/>
          </a:xfrm>
          <a:prstGeom prst="rect">
            <a:avLst/>
          </a:prstGeom>
          <a:gradFill rotWithShape="0">
            <a:gsLst>
              <a:gs pos="23000">
                <a:srgbClr val="1F497D">
                  <a:alpha val="60000"/>
                </a:srgbClr>
              </a:gs>
              <a:gs pos="100000">
                <a:srgbClr val="1F497D">
                  <a:alpha val="46000"/>
                </a:srgbClr>
              </a:gs>
            </a:gsLst>
            <a:lin ang="0"/>
          </a:gra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46" name="Рисунок 12"/>
          <p:cNvPicPr/>
          <p:nvPr/>
        </p:nvPicPr>
        <p:blipFill>
          <a:blip r:embed="rId3"/>
          <a:stretch/>
        </p:blipFill>
        <p:spPr>
          <a:xfrm>
            <a:off x="327240" y="5953680"/>
            <a:ext cx="1841400" cy="6732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7" name="CustomShape 2"/>
          <p:cNvSpPr/>
          <p:nvPr/>
        </p:nvSpPr>
        <p:spPr>
          <a:xfrm>
            <a:off x="0" y="474480"/>
            <a:ext cx="140400" cy="20466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/>
        </p:style>
        <p:txBody>
          <a:bodyPr lIns="70200" tIns="45000" rIns="702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8" name="PlaceHolder 1"/>
          <p:cNvSpPr>
            <a:spLocks noGrp="1"/>
          </p:cNvSpPr>
          <p:nvPr>
            <p:ph type="title"/>
          </p:nvPr>
        </p:nvSpPr>
        <p:spPr>
          <a:xfrm>
            <a:off x="593640" y="218880"/>
            <a:ext cx="10689840" cy="12492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lnSpc>
                <a:spcPct val="100000"/>
              </a:lnSpc>
              <a:buNone/>
              <a:tabLst>
                <a:tab pos="0" algn="l"/>
              </a:tabLst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текста заглавия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9" name="Рисунок 3"/>
          <p:cNvPicPr/>
          <p:nvPr/>
        </p:nvPicPr>
        <p:blipFill>
          <a:blip r:embed="rId2"/>
          <a:stretch/>
        </p:blipFill>
        <p:spPr>
          <a:xfrm>
            <a:off x="0" y="0"/>
            <a:ext cx="11876760" cy="68378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0" name="CustomShape 1"/>
          <p:cNvSpPr/>
          <p:nvPr/>
        </p:nvSpPr>
        <p:spPr>
          <a:xfrm>
            <a:off x="0" y="0"/>
            <a:ext cx="11876760" cy="6837840"/>
          </a:xfrm>
          <a:prstGeom prst="rect">
            <a:avLst/>
          </a:prstGeom>
          <a:gradFill rotWithShape="0">
            <a:gsLst>
              <a:gs pos="23000">
                <a:srgbClr val="1F497D">
                  <a:alpha val="60000"/>
                </a:srgbClr>
              </a:gs>
              <a:gs pos="100000">
                <a:srgbClr val="1F497D">
                  <a:alpha val="46000"/>
                </a:srgbClr>
              </a:gs>
            </a:gsLst>
            <a:lin ang="0"/>
          </a:gra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51" name="Рисунок 12"/>
          <p:cNvPicPr/>
          <p:nvPr/>
        </p:nvPicPr>
        <p:blipFill>
          <a:blip r:embed="rId3"/>
          <a:stretch/>
        </p:blipFill>
        <p:spPr>
          <a:xfrm>
            <a:off x="327240" y="5953680"/>
            <a:ext cx="1841400" cy="6732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2" name="CustomShape 2"/>
          <p:cNvSpPr/>
          <p:nvPr/>
        </p:nvSpPr>
        <p:spPr>
          <a:xfrm>
            <a:off x="0" y="474480"/>
            <a:ext cx="140400" cy="20466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/>
        </p:style>
        <p:txBody>
          <a:bodyPr lIns="70200" tIns="45000" rIns="702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Tx" preserve="1">
  <p:cSld name="Title, 2 Content and 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3" name="Рисунок 3"/>
          <p:cNvPicPr/>
          <p:nvPr/>
        </p:nvPicPr>
        <p:blipFill>
          <a:blip r:embed="rId2"/>
          <a:stretch/>
        </p:blipFill>
        <p:spPr>
          <a:xfrm>
            <a:off x="0" y="0"/>
            <a:ext cx="11876760" cy="68378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4" name="CustomShape 1"/>
          <p:cNvSpPr/>
          <p:nvPr/>
        </p:nvSpPr>
        <p:spPr>
          <a:xfrm>
            <a:off x="0" y="0"/>
            <a:ext cx="11876760" cy="6837840"/>
          </a:xfrm>
          <a:prstGeom prst="rect">
            <a:avLst/>
          </a:prstGeom>
          <a:gradFill rotWithShape="0">
            <a:gsLst>
              <a:gs pos="23000">
                <a:srgbClr val="1F497D">
                  <a:alpha val="60000"/>
                </a:srgbClr>
              </a:gs>
              <a:gs pos="100000">
                <a:srgbClr val="1F497D">
                  <a:alpha val="46000"/>
                </a:srgbClr>
              </a:gs>
            </a:gsLst>
            <a:lin ang="0"/>
          </a:gra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55" name="Рисунок 12"/>
          <p:cNvPicPr/>
          <p:nvPr/>
        </p:nvPicPr>
        <p:blipFill>
          <a:blip r:embed="rId3"/>
          <a:stretch/>
        </p:blipFill>
        <p:spPr>
          <a:xfrm>
            <a:off x="327240" y="5953680"/>
            <a:ext cx="1841400" cy="6732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6" name="CustomShape 2"/>
          <p:cNvSpPr/>
          <p:nvPr/>
        </p:nvSpPr>
        <p:spPr>
          <a:xfrm>
            <a:off x="0" y="474480"/>
            <a:ext cx="140400" cy="20466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/>
        </p:style>
        <p:txBody>
          <a:bodyPr lIns="70200" tIns="45000" rIns="702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7" name="PlaceHolder 1"/>
          <p:cNvSpPr>
            <a:spLocks noGrp="1"/>
          </p:cNvSpPr>
          <p:nvPr>
            <p:ph type="title"/>
          </p:nvPr>
        </p:nvSpPr>
        <p:spPr>
          <a:xfrm>
            <a:off x="593640" y="218880"/>
            <a:ext cx="10689840" cy="12492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lnSpc>
                <a:spcPct val="100000"/>
              </a:lnSpc>
              <a:buNone/>
              <a:tabLst>
                <a:tab pos="0" algn="l"/>
              </a:tabLst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текста заглавия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8" name="PlaceHolder 2"/>
          <p:cNvSpPr>
            <a:spLocks noGrp="1"/>
          </p:cNvSpPr>
          <p:nvPr>
            <p:ph type="body"/>
          </p:nvPr>
        </p:nvSpPr>
        <p:spPr>
          <a:xfrm>
            <a:off x="593640" y="1600560"/>
            <a:ext cx="5216040" cy="18910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32000"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9" name="PlaceHolder 3"/>
          <p:cNvSpPr>
            <a:spLocks noGrp="1"/>
          </p:cNvSpPr>
          <p:nvPr>
            <p:ph type="body"/>
          </p:nvPr>
        </p:nvSpPr>
        <p:spPr>
          <a:xfrm>
            <a:off x="593640" y="3672720"/>
            <a:ext cx="5216040" cy="18910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0" name="PlaceHolder 4"/>
          <p:cNvSpPr>
            <a:spLocks noGrp="1"/>
          </p:cNvSpPr>
          <p:nvPr>
            <p:ph type="body"/>
          </p:nvPr>
        </p:nvSpPr>
        <p:spPr>
          <a:xfrm>
            <a:off x="6072120" y="1600560"/>
            <a:ext cx="5216040" cy="39657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AndTwoObj" preserve="1">
  <p:cSld name="Title Content and 2 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1" name="Рисунок 3"/>
          <p:cNvPicPr/>
          <p:nvPr/>
        </p:nvPicPr>
        <p:blipFill>
          <a:blip r:embed="rId2"/>
          <a:stretch/>
        </p:blipFill>
        <p:spPr>
          <a:xfrm>
            <a:off x="0" y="0"/>
            <a:ext cx="11876760" cy="68378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62" name="CustomShape 1"/>
          <p:cNvSpPr/>
          <p:nvPr/>
        </p:nvSpPr>
        <p:spPr>
          <a:xfrm>
            <a:off x="0" y="0"/>
            <a:ext cx="11876760" cy="6837840"/>
          </a:xfrm>
          <a:prstGeom prst="rect">
            <a:avLst/>
          </a:prstGeom>
          <a:gradFill rotWithShape="0">
            <a:gsLst>
              <a:gs pos="23000">
                <a:srgbClr val="1F497D">
                  <a:alpha val="60000"/>
                </a:srgbClr>
              </a:gs>
              <a:gs pos="100000">
                <a:srgbClr val="1F497D">
                  <a:alpha val="46000"/>
                </a:srgbClr>
              </a:gs>
            </a:gsLst>
            <a:lin ang="0"/>
          </a:gra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63" name="Рисунок 12"/>
          <p:cNvPicPr/>
          <p:nvPr/>
        </p:nvPicPr>
        <p:blipFill>
          <a:blip r:embed="rId3"/>
          <a:stretch/>
        </p:blipFill>
        <p:spPr>
          <a:xfrm>
            <a:off x="327240" y="5953680"/>
            <a:ext cx="1841400" cy="6732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64" name="CustomShape 2"/>
          <p:cNvSpPr/>
          <p:nvPr/>
        </p:nvSpPr>
        <p:spPr>
          <a:xfrm>
            <a:off x="0" y="474480"/>
            <a:ext cx="140400" cy="20466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/>
        </p:style>
        <p:txBody>
          <a:bodyPr lIns="70200" tIns="45000" rIns="702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5" name="PlaceHolder 1"/>
          <p:cNvSpPr>
            <a:spLocks noGrp="1"/>
          </p:cNvSpPr>
          <p:nvPr>
            <p:ph type="title"/>
          </p:nvPr>
        </p:nvSpPr>
        <p:spPr>
          <a:xfrm>
            <a:off x="593640" y="218880"/>
            <a:ext cx="10689840" cy="12492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lnSpc>
                <a:spcPct val="100000"/>
              </a:lnSpc>
              <a:buNone/>
              <a:tabLst>
                <a:tab pos="0" algn="l"/>
              </a:tabLst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текста заглавия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6" name="PlaceHolder 2"/>
          <p:cNvSpPr>
            <a:spLocks noGrp="1"/>
          </p:cNvSpPr>
          <p:nvPr>
            <p:ph type="body"/>
          </p:nvPr>
        </p:nvSpPr>
        <p:spPr>
          <a:xfrm>
            <a:off x="593640" y="1600560"/>
            <a:ext cx="5216040" cy="39657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32000"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7" name="PlaceHolder 3"/>
          <p:cNvSpPr>
            <a:spLocks noGrp="1"/>
          </p:cNvSpPr>
          <p:nvPr>
            <p:ph type="body"/>
          </p:nvPr>
        </p:nvSpPr>
        <p:spPr>
          <a:xfrm>
            <a:off x="6072120" y="1600560"/>
            <a:ext cx="5216040" cy="18910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8" name="PlaceHolder 4"/>
          <p:cNvSpPr>
            <a:spLocks noGrp="1"/>
          </p:cNvSpPr>
          <p:nvPr>
            <p:ph type="body"/>
          </p:nvPr>
        </p:nvSpPr>
        <p:spPr>
          <a:xfrm>
            <a:off x="6072120" y="3672720"/>
            <a:ext cx="5216040" cy="18910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9" name="Рисунок 3"/>
          <p:cNvPicPr/>
          <p:nvPr/>
        </p:nvPicPr>
        <p:blipFill>
          <a:blip r:embed="rId2"/>
          <a:stretch/>
        </p:blipFill>
        <p:spPr>
          <a:xfrm>
            <a:off x="0" y="0"/>
            <a:ext cx="11876760" cy="68378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70" name="CustomShape 1"/>
          <p:cNvSpPr/>
          <p:nvPr/>
        </p:nvSpPr>
        <p:spPr>
          <a:xfrm>
            <a:off x="0" y="0"/>
            <a:ext cx="11876760" cy="6837840"/>
          </a:xfrm>
          <a:prstGeom prst="rect">
            <a:avLst/>
          </a:prstGeom>
          <a:gradFill rotWithShape="0">
            <a:gsLst>
              <a:gs pos="23000">
                <a:srgbClr val="1F497D">
                  <a:alpha val="60000"/>
                </a:srgbClr>
              </a:gs>
              <a:gs pos="100000">
                <a:srgbClr val="1F497D">
                  <a:alpha val="46000"/>
                </a:srgbClr>
              </a:gs>
            </a:gsLst>
            <a:lin ang="0"/>
          </a:gra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71" name="Рисунок 12"/>
          <p:cNvPicPr/>
          <p:nvPr/>
        </p:nvPicPr>
        <p:blipFill>
          <a:blip r:embed="rId3"/>
          <a:stretch/>
        </p:blipFill>
        <p:spPr>
          <a:xfrm>
            <a:off x="327240" y="5953680"/>
            <a:ext cx="1841400" cy="6732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72" name="CustomShape 2"/>
          <p:cNvSpPr/>
          <p:nvPr/>
        </p:nvSpPr>
        <p:spPr>
          <a:xfrm>
            <a:off x="0" y="474480"/>
            <a:ext cx="140400" cy="20466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/>
        </p:style>
        <p:txBody>
          <a:bodyPr lIns="70200" tIns="45000" rIns="702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3" name="PlaceHolder 1"/>
          <p:cNvSpPr>
            <a:spLocks noGrp="1"/>
          </p:cNvSpPr>
          <p:nvPr>
            <p:ph type="title"/>
          </p:nvPr>
        </p:nvSpPr>
        <p:spPr>
          <a:xfrm>
            <a:off x="593640" y="218880"/>
            <a:ext cx="10689840" cy="12492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lnSpc>
                <a:spcPct val="100000"/>
              </a:lnSpc>
              <a:buNone/>
              <a:tabLst>
                <a:tab pos="0" algn="l"/>
              </a:tabLst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текста заглавия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4" name="PlaceHolder 2"/>
          <p:cNvSpPr>
            <a:spLocks noGrp="1"/>
          </p:cNvSpPr>
          <p:nvPr>
            <p:ph type="body"/>
          </p:nvPr>
        </p:nvSpPr>
        <p:spPr>
          <a:xfrm>
            <a:off x="593640" y="1600560"/>
            <a:ext cx="5216040" cy="18910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32000"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5" name="PlaceHolder 3"/>
          <p:cNvSpPr>
            <a:spLocks noGrp="1"/>
          </p:cNvSpPr>
          <p:nvPr>
            <p:ph type="body"/>
          </p:nvPr>
        </p:nvSpPr>
        <p:spPr>
          <a:xfrm>
            <a:off x="6072120" y="1600560"/>
            <a:ext cx="5216040" cy="18910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6" name="PlaceHolder 4"/>
          <p:cNvSpPr>
            <a:spLocks noGrp="1"/>
          </p:cNvSpPr>
          <p:nvPr>
            <p:ph type="body"/>
          </p:nvPr>
        </p:nvSpPr>
        <p:spPr>
          <a:xfrm>
            <a:off x="593640" y="3672720"/>
            <a:ext cx="10689840" cy="18910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1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7" name="Рисунок 3"/>
          <p:cNvPicPr/>
          <p:nvPr/>
        </p:nvPicPr>
        <p:blipFill>
          <a:blip r:embed="rId2"/>
          <a:stretch/>
        </p:blipFill>
        <p:spPr>
          <a:xfrm>
            <a:off x="0" y="0"/>
            <a:ext cx="11876760" cy="68378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78" name="CustomShape 1"/>
          <p:cNvSpPr/>
          <p:nvPr/>
        </p:nvSpPr>
        <p:spPr>
          <a:xfrm>
            <a:off x="0" y="0"/>
            <a:ext cx="11876760" cy="6837840"/>
          </a:xfrm>
          <a:prstGeom prst="rect">
            <a:avLst/>
          </a:prstGeom>
          <a:gradFill rotWithShape="0">
            <a:gsLst>
              <a:gs pos="23000">
                <a:srgbClr val="1F497D">
                  <a:alpha val="60000"/>
                </a:srgbClr>
              </a:gs>
              <a:gs pos="100000">
                <a:srgbClr val="1F497D">
                  <a:alpha val="46000"/>
                </a:srgbClr>
              </a:gs>
            </a:gsLst>
            <a:lin ang="0"/>
          </a:gra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79" name="Рисунок 12"/>
          <p:cNvPicPr/>
          <p:nvPr/>
        </p:nvPicPr>
        <p:blipFill>
          <a:blip r:embed="rId3"/>
          <a:stretch/>
        </p:blipFill>
        <p:spPr>
          <a:xfrm>
            <a:off x="327240" y="5953680"/>
            <a:ext cx="1841400" cy="6732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80" name="CustomShape 2"/>
          <p:cNvSpPr/>
          <p:nvPr/>
        </p:nvSpPr>
        <p:spPr>
          <a:xfrm>
            <a:off x="0" y="474480"/>
            <a:ext cx="140400" cy="20466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/>
        </p:style>
        <p:txBody>
          <a:bodyPr lIns="70200" tIns="45000" rIns="702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1" name="PlaceHolder 1"/>
          <p:cNvSpPr>
            <a:spLocks noGrp="1"/>
          </p:cNvSpPr>
          <p:nvPr>
            <p:ph type="title"/>
          </p:nvPr>
        </p:nvSpPr>
        <p:spPr>
          <a:xfrm>
            <a:off x="593640" y="218880"/>
            <a:ext cx="10689840" cy="12492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lnSpc>
                <a:spcPct val="100000"/>
              </a:lnSpc>
              <a:buNone/>
              <a:tabLst>
                <a:tab pos="0" algn="l"/>
              </a:tabLst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текста заглавия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2" name="PlaceHolder 2"/>
          <p:cNvSpPr>
            <a:spLocks noGrp="1"/>
          </p:cNvSpPr>
          <p:nvPr>
            <p:ph type="body"/>
          </p:nvPr>
        </p:nvSpPr>
        <p:spPr>
          <a:xfrm>
            <a:off x="593640" y="1600560"/>
            <a:ext cx="10689840" cy="18910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32000"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3" name="PlaceHolder 3"/>
          <p:cNvSpPr>
            <a:spLocks noGrp="1"/>
          </p:cNvSpPr>
          <p:nvPr>
            <p:ph type="body"/>
          </p:nvPr>
        </p:nvSpPr>
        <p:spPr>
          <a:xfrm>
            <a:off x="593640" y="3672720"/>
            <a:ext cx="10689840" cy="18910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1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Обычный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CustomShape 1"/>
          <p:cNvSpPr/>
          <p:nvPr/>
        </p:nvSpPr>
        <p:spPr>
          <a:xfrm>
            <a:off x="0" y="233640"/>
            <a:ext cx="234000" cy="239400"/>
          </a:xfrm>
          <a:prstGeom prst="rect">
            <a:avLst/>
          </a:prstGeom>
          <a:gradFill rotWithShape="0">
            <a:gsLst>
              <a:gs pos="0">
                <a:srgbClr val="1F497D"/>
              </a:gs>
              <a:gs pos="100000">
                <a:srgbClr val="4F81BD"/>
              </a:gs>
            </a:gsLst>
            <a:lin ang="18900000"/>
          </a:gradFill>
          <a:ln w="1260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5" name="CustomShape 2"/>
          <p:cNvSpPr/>
          <p:nvPr/>
        </p:nvSpPr>
        <p:spPr>
          <a:xfrm>
            <a:off x="11272680" y="6412320"/>
            <a:ext cx="589680" cy="209520"/>
          </a:xfrm>
          <a:prstGeom prst="rect">
            <a:avLst/>
          </a:prstGeom>
          <a:noFill/>
          <a:ln w="1260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6280" tIns="26280" rIns="26280" bIns="26280" anchor="ctr">
            <a:noAutofit/>
          </a:bodyPr>
          <a:p>
            <a:pPr algn="ctr">
              <a:lnSpc>
                <a:spcPct val="100000"/>
              </a:lnSpc>
            </a:pPr>
            <a:fld id="{C586F0C8-9617-4482-8821-12344FAB57D3}" type="slidenum">
              <a:rPr lang="ru-RU" sz="1040" b="0" u="none" strike="noStrike">
                <a:solidFill>
                  <a:srgbClr val="14B4C8"/>
                </a:solidFill>
                <a:effectLst/>
                <a:uFillTx/>
                <a:latin typeface="Arial"/>
                <a:ea typeface="Arial"/>
              </a:rPr>
              <a:t>&lt;номер&gt;</a:t>
            </a:fld>
            <a:endParaRPr lang="ru-RU" sz="104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86" name="Рисунок 8"/>
          <p:cNvPicPr/>
          <p:nvPr/>
        </p:nvPicPr>
        <p:blipFill>
          <a:blip r:embed="rId2"/>
          <a:stretch/>
        </p:blipFill>
        <p:spPr>
          <a:xfrm>
            <a:off x="327240" y="6310440"/>
            <a:ext cx="1203120" cy="4392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87" name="PlaceHolder 1"/>
          <p:cNvSpPr>
            <a:spLocks noGrp="1"/>
          </p:cNvSpPr>
          <p:nvPr>
            <p:ph type="title"/>
          </p:nvPr>
        </p:nvSpPr>
        <p:spPr>
          <a:xfrm>
            <a:off x="593640" y="218880"/>
            <a:ext cx="10689840" cy="12492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lnSpc>
                <a:spcPct val="100000"/>
              </a:lnSpc>
              <a:buNone/>
              <a:tabLst>
                <a:tab pos="0" algn="l"/>
              </a:tabLst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текста заглавия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8" name="PlaceHolder 2"/>
          <p:cNvSpPr>
            <a:spLocks noGrp="1"/>
          </p:cNvSpPr>
          <p:nvPr>
            <p:ph type="body"/>
          </p:nvPr>
        </p:nvSpPr>
        <p:spPr>
          <a:xfrm>
            <a:off x="593640" y="1600560"/>
            <a:ext cx="10689840" cy="39657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32000"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9" name="PlaceHolder 3"/>
          <p:cNvSpPr>
            <a:spLocks noGrp="1"/>
          </p:cNvSpPr>
          <p:nvPr>
            <p:ph type="body"/>
          </p:nvPr>
        </p:nvSpPr>
        <p:spPr>
          <a:xfrm>
            <a:off x="593640" y="1600560"/>
            <a:ext cx="10689840" cy="39657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90" name=""/>
          <p:cNvPicPr/>
          <p:nvPr/>
        </p:nvPicPr>
        <p:blipFill>
          <a:blip r:embed="rId3"/>
          <a:stretch/>
        </p:blipFill>
        <p:spPr>
          <a:xfrm>
            <a:off x="3453120" y="1600200"/>
            <a:ext cx="4970520" cy="396576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91" name=""/>
          <p:cNvPicPr/>
          <p:nvPr/>
        </p:nvPicPr>
        <p:blipFill>
          <a:blip r:embed="rId4"/>
          <a:stretch/>
        </p:blipFill>
        <p:spPr>
          <a:xfrm>
            <a:off x="3453120" y="1600200"/>
            <a:ext cx="4970520" cy="3965760"/>
          </a:xfrm>
          <a:prstGeom prst="rect">
            <a:avLst/>
          </a:prstGeom>
          <a:noFill/>
          <a:ln w="0">
            <a:noFill/>
          </a:ln>
        </p:spPr>
      </p:pic>
    </p:spTree>
  </p:cSld>
</p:sldLayout>
</file>

<file path=ppt/slideLayouts/slideLayout1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Обычный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CustomShape 1"/>
          <p:cNvSpPr/>
          <p:nvPr/>
        </p:nvSpPr>
        <p:spPr>
          <a:xfrm>
            <a:off x="0" y="233640"/>
            <a:ext cx="234000" cy="239400"/>
          </a:xfrm>
          <a:prstGeom prst="rect">
            <a:avLst/>
          </a:prstGeom>
          <a:gradFill rotWithShape="0">
            <a:gsLst>
              <a:gs pos="0">
                <a:srgbClr val="1F497D"/>
              </a:gs>
              <a:gs pos="100000">
                <a:srgbClr val="4F81BD"/>
              </a:gs>
            </a:gsLst>
            <a:lin ang="18900000"/>
          </a:gradFill>
          <a:ln w="1260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3" name="CustomShape 2"/>
          <p:cNvSpPr/>
          <p:nvPr/>
        </p:nvSpPr>
        <p:spPr>
          <a:xfrm>
            <a:off x="11272680" y="6412320"/>
            <a:ext cx="589680" cy="209520"/>
          </a:xfrm>
          <a:prstGeom prst="rect">
            <a:avLst/>
          </a:prstGeom>
          <a:noFill/>
          <a:ln w="1260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6280" tIns="26280" rIns="26280" bIns="26280" anchor="ctr">
            <a:noAutofit/>
          </a:bodyPr>
          <a:p>
            <a:pPr algn="ctr">
              <a:lnSpc>
                <a:spcPct val="100000"/>
              </a:lnSpc>
            </a:pPr>
            <a:fld id="{11DADF96-8906-4826-8B71-33539F1819FC}" type="slidenum">
              <a:rPr lang="ru-RU" sz="1040" b="0" u="none" strike="noStrike">
                <a:solidFill>
                  <a:srgbClr val="14B4C8"/>
                </a:solidFill>
                <a:effectLst/>
                <a:uFillTx/>
                <a:latin typeface="Arial"/>
                <a:ea typeface="Arial"/>
              </a:rPr>
              <a:t>&lt;номер&gt;</a:t>
            </a:fld>
            <a:endParaRPr lang="ru-RU" sz="104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94" name="Рисунок 8"/>
          <p:cNvPicPr/>
          <p:nvPr/>
        </p:nvPicPr>
        <p:blipFill>
          <a:blip r:embed="rId2"/>
          <a:stretch/>
        </p:blipFill>
        <p:spPr>
          <a:xfrm>
            <a:off x="327240" y="6310440"/>
            <a:ext cx="1203120" cy="4392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95" name="PlaceHolder 1"/>
          <p:cNvSpPr>
            <a:spLocks noGrp="1"/>
          </p:cNvSpPr>
          <p:nvPr>
            <p:ph type="title"/>
          </p:nvPr>
        </p:nvSpPr>
        <p:spPr>
          <a:xfrm>
            <a:off x="593640" y="272880"/>
            <a:ext cx="10690200" cy="11412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lnSpc>
                <a:spcPct val="100000"/>
              </a:lnSpc>
              <a:buNone/>
              <a:tabLst>
                <a:tab pos="0" algn="l"/>
              </a:tabLst>
              <a:defRPr lang="ru-RU" sz="4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ru-RU" sz="4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текста заглавия щёлкните мышью</a:t>
            </a:r>
            <a:endParaRPr lang="ru-RU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6" name="PlaceHolder 2"/>
          <p:cNvSpPr>
            <a:spLocks noGrp="1"/>
          </p:cNvSpPr>
          <p:nvPr>
            <p:ph type="body"/>
          </p:nvPr>
        </p:nvSpPr>
        <p:spPr>
          <a:xfrm>
            <a:off x="593640" y="1600560"/>
            <a:ext cx="10690200" cy="39661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32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2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2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32000"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3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2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2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1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Обычный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" name="CustomShape 1"/>
          <p:cNvSpPr/>
          <p:nvPr/>
        </p:nvSpPr>
        <p:spPr>
          <a:xfrm>
            <a:off x="0" y="233640"/>
            <a:ext cx="234000" cy="239400"/>
          </a:xfrm>
          <a:prstGeom prst="rect">
            <a:avLst/>
          </a:prstGeom>
          <a:gradFill rotWithShape="0">
            <a:gsLst>
              <a:gs pos="0">
                <a:srgbClr val="1F497D"/>
              </a:gs>
              <a:gs pos="100000">
                <a:srgbClr val="4F81BD"/>
              </a:gs>
            </a:gsLst>
            <a:lin ang="18900000"/>
          </a:gradFill>
          <a:ln w="1260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8" name="CustomShape 2"/>
          <p:cNvSpPr/>
          <p:nvPr/>
        </p:nvSpPr>
        <p:spPr>
          <a:xfrm>
            <a:off x="11272680" y="6412320"/>
            <a:ext cx="589680" cy="209520"/>
          </a:xfrm>
          <a:prstGeom prst="rect">
            <a:avLst/>
          </a:prstGeom>
          <a:noFill/>
          <a:ln w="1260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6280" tIns="26280" rIns="26280" bIns="26280" anchor="ctr">
            <a:noAutofit/>
          </a:bodyPr>
          <a:p>
            <a:pPr algn="ctr">
              <a:lnSpc>
                <a:spcPct val="100000"/>
              </a:lnSpc>
            </a:pPr>
            <a:fld id="{FF4B696E-83DA-40EB-89EF-E43D6253645F}" type="slidenum">
              <a:rPr lang="ru-RU" sz="1040" b="0" u="none" strike="noStrike">
                <a:solidFill>
                  <a:srgbClr val="14B4C8"/>
                </a:solidFill>
                <a:effectLst/>
                <a:uFillTx/>
                <a:latin typeface="Arial"/>
                <a:ea typeface="Arial"/>
              </a:rPr>
              <a:t>&lt;номер&gt;</a:t>
            </a:fld>
            <a:endParaRPr lang="ru-RU" sz="104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99" name="Рисунок 8"/>
          <p:cNvPicPr/>
          <p:nvPr/>
        </p:nvPicPr>
        <p:blipFill>
          <a:blip r:embed="rId2"/>
          <a:stretch/>
        </p:blipFill>
        <p:spPr>
          <a:xfrm>
            <a:off x="327240" y="6310440"/>
            <a:ext cx="1203120" cy="4392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00" name="PlaceHolder 1"/>
          <p:cNvSpPr>
            <a:spLocks noGrp="1"/>
          </p:cNvSpPr>
          <p:nvPr>
            <p:ph type="title"/>
          </p:nvPr>
        </p:nvSpPr>
        <p:spPr>
          <a:xfrm>
            <a:off x="593640" y="218880"/>
            <a:ext cx="10689840" cy="12492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lnSpc>
                <a:spcPct val="100000"/>
              </a:lnSpc>
              <a:buNone/>
              <a:tabLst>
                <a:tab pos="0" algn="l"/>
              </a:tabLst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текста заглавия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1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Обычный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CustomShape 1"/>
          <p:cNvSpPr/>
          <p:nvPr/>
        </p:nvSpPr>
        <p:spPr>
          <a:xfrm>
            <a:off x="0" y="233640"/>
            <a:ext cx="234000" cy="239400"/>
          </a:xfrm>
          <a:prstGeom prst="rect">
            <a:avLst/>
          </a:prstGeom>
          <a:gradFill rotWithShape="0">
            <a:gsLst>
              <a:gs pos="0">
                <a:srgbClr val="1F497D"/>
              </a:gs>
              <a:gs pos="100000">
                <a:srgbClr val="4F81BD"/>
              </a:gs>
            </a:gsLst>
            <a:lin ang="18900000"/>
          </a:gradFill>
          <a:ln w="1260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2" name="CustomShape 2"/>
          <p:cNvSpPr/>
          <p:nvPr/>
        </p:nvSpPr>
        <p:spPr>
          <a:xfrm>
            <a:off x="11272680" y="6412320"/>
            <a:ext cx="589680" cy="209520"/>
          </a:xfrm>
          <a:prstGeom prst="rect">
            <a:avLst/>
          </a:prstGeom>
          <a:noFill/>
          <a:ln w="1260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6280" tIns="26280" rIns="26280" bIns="26280" anchor="ctr">
            <a:noAutofit/>
          </a:bodyPr>
          <a:p>
            <a:pPr algn="ctr">
              <a:lnSpc>
                <a:spcPct val="100000"/>
              </a:lnSpc>
            </a:pPr>
            <a:fld id="{55F0B092-1F5E-406C-AB12-6CD94936EDE4}" type="slidenum">
              <a:rPr lang="ru-RU" sz="1040" b="0" u="none" strike="noStrike">
                <a:solidFill>
                  <a:srgbClr val="14B4C8"/>
                </a:solidFill>
                <a:effectLst/>
                <a:uFillTx/>
                <a:latin typeface="Arial"/>
                <a:ea typeface="Arial"/>
              </a:rPr>
              <a:t>&lt;номер&gt;</a:t>
            </a:fld>
            <a:endParaRPr lang="ru-RU" sz="104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03" name="Рисунок 8"/>
          <p:cNvPicPr/>
          <p:nvPr/>
        </p:nvPicPr>
        <p:blipFill>
          <a:blip r:embed="rId2"/>
          <a:stretch/>
        </p:blipFill>
        <p:spPr>
          <a:xfrm>
            <a:off x="327240" y="6310440"/>
            <a:ext cx="1203120" cy="4392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04" name="PlaceHolder 1"/>
          <p:cNvSpPr>
            <a:spLocks noGrp="1"/>
          </p:cNvSpPr>
          <p:nvPr>
            <p:ph type="title"/>
          </p:nvPr>
        </p:nvSpPr>
        <p:spPr>
          <a:xfrm>
            <a:off x="593640" y="218880"/>
            <a:ext cx="10689840" cy="12492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lnSpc>
                <a:spcPct val="100000"/>
              </a:lnSpc>
              <a:buNone/>
              <a:tabLst>
                <a:tab pos="0" algn="l"/>
              </a:tabLst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текста заглавия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5" name="PlaceHolder 2"/>
          <p:cNvSpPr>
            <a:spLocks noGrp="1"/>
          </p:cNvSpPr>
          <p:nvPr>
            <p:ph type="body"/>
          </p:nvPr>
        </p:nvSpPr>
        <p:spPr>
          <a:xfrm>
            <a:off x="593640" y="1600560"/>
            <a:ext cx="10689840" cy="39657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32000"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1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Обычный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" name="CustomShape 1"/>
          <p:cNvSpPr/>
          <p:nvPr/>
        </p:nvSpPr>
        <p:spPr>
          <a:xfrm>
            <a:off x="0" y="233640"/>
            <a:ext cx="234000" cy="239400"/>
          </a:xfrm>
          <a:prstGeom prst="rect">
            <a:avLst/>
          </a:prstGeom>
          <a:gradFill rotWithShape="0">
            <a:gsLst>
              <a:gs pos="0">
                <a:srgbClr val="1F497D"/>
              </a:gs>
              <a:gs pos="100000">
                <a:srgbClr val="4F81BD"/>
              </a:gs>
            </a:gsLst>
            <a:lin ang="18900000"/>
          </a:gradFill>
          <a:ln w="1260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7" name="CustomShape 2"/>
          <p:cNvSpPr/>
          <p:nvPr/>
        </p:nvSpPr>
        <p:spPr>
          <a:xfrm>
            <a:off x="11272680" y="6412320"/>
            <a:ext cx="589680" cy="209520"/>
          </a:xfrm>
          <a:prstGeom prst="rect">
            <a:avLst/>
          </a:prstGeom>
          <a:noFill/>
          <a:ln w="1260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6280" tIns="26280" rIns="26280" bIns="26280" anchor="ctr">
            <a:noAutofit/>
          </a:bodyPr>
          <a:p>
            <a:pPr algn="ctr">
              <a:lnSpc>
                <a:spcPct val="100000"/>
              </a:lnSpc>
            </a:pPr>
            <a:fld id="{F14292AE-9FAD-45E2-8F2C-182C65E6AFDA}" type="slidenum">
              <a:rPr lang="ru-RU" sz="1040" b="0" u="none" strike="noStrike">
                <a:solidFill>
                  <a:srgbClr val="14B4C8"/>
                </a:solidFill>
                <a:effectLst/>
                <a:uFillTx/>
                <a:latin typeface="Arial"/>
                <a:ea typeface="Arial"/>
              </a:rPr>
              <a:t>&lt;номер&gt;</a:t>
            </a:fld>
            <a:endParaRPr lang="ru-RU" sz="104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08" name="Рисунок 8"/>
          <p:cNvPicPr/>
          <p:nvPr/>
        </p:nvPicPr>
        <p:blipFill>
          <a:blip r:embed="rId2"/>
          <a:stretch/>
        </p:blipFill>
        <p:spPr>
          <a:xfrm>
            <a:off x="327240" y="6310440"/>
            <a:ext cx="1203120" cy="4392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09" name="PlaceHolder 1"/>
          <p:cNvSpPr>
            <a:spLocks noGrp="1"/>
          </p:cNvSpPr>
          <p:nvPr>
            <p:ph type="title"/>
          </p:nvPr>
        </p:nvSpPr>
        <p:spPr>
          <a:xfrm>
            <a:off x="593640" y="218880"/>
            <a:ext cx="10689840" cy="12492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lnSpc>
                <a:spcPct val="100000"/>
              </a:lnSpc>
              <a:buNone/>
              <a:tabLst>
                <a:tab pos="0" algn="l"/>
              </a:tabLst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текста заглавия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0" name="PlaceHolder 2"/>
          <p:cNvSpPr>
            <a:spLocks noGrp="1"/>
          </p:cNvSpPr>
          <p:nvPr>
            <p:ph type="body"/>
          </p:nvPr>
        </p:nvSpPr>
        <p:spPr>
          <a:xfrm>
            <a:off x="593640" y="1600560"/>
            <a:ext cx="5216040" cy="39657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32000"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1" name="PlaceHolder 3"/>
          <p:cNvSpPr>
            <a:spLocks noGrp="1"/>
          </p:cNvSpPr>
          <p:nvPr>
            <p:ph type="body"/>
          </p:nvPr>
        </p:nvSpPr>
        <p:spPr>
          <a:xfrm>
            <a:off x="6072120" y="1600560"/>
            <a:ext cx="5216040" cy="39657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1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Обычный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CustomShape 1"/>
          <p:cNvSpPr/>
          <p:nvPr/>
        </p:nvSpPr>
        <p:spPr>
          <a:xfrm>
            <a:off x="0" y="233640"/>
            <a:ext cx="234000" cy="239400"/>
          </a:xfrm>
          <a:prstGeom prst="rect">
            <a:avLst/>
          </a:prstGeom>
          <a:gradFill rotWithShape="0">
            <a:gsLst>
              <a:gs pos="0">
                <a:srgbClr val="1F497D"/>
              </a:gs>
              <a:gs pos="100000">
                <a:srgbClr val="4F81BD"/>
              </a:gs>
            </a:gsLst>
            <a:lin ang="18900000"/>
          </a:gradFill>
          <a:ln w="1260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3" name="CustomShape 2"/>
          <p:cNvSpPr/>
          <p:nvPr/>
        </p:nvSpPr>
        <p:spPr>
          <a:xfrm>
            <a:off x="11272680" y="6412320"/>
            <a:ext cx="589680" cy="209520"/>
          </a:xfrm>
          <a:prstGeom prst="rect">
            <a:avLst/>
          </a:prstGeom>
          <a:noFill/>
          <a:ln w="1260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6280" tIns="26280" rIns="26280" bIns="26280" anchor="ctr">
            <a:noAutofit/>
          </a:bodyPr>
          <a:p>
            <a:pPr algn="ctr">
              <a:lnSpc>
                <a:spcPct val="100000"/>
              </a:lnSpc>
            </a:pPr>
            <a:fld id="{7937814E-DD4B-47ED-9664-68203A5D13D5}" type="slidenum">
              <a:rPr lang="ru-RU" sz="1040" b="0" u="none" strike="noStrike">
                <a:solidFill>
                  <a:srgbClr val="14B4C8"/>
                </a:solidFill>
                <a:effectLst/>
                <a:uFillTx/>
                <a:latin typeface="Arial"/>
                <a:ea typeface="Arial"/>
              </a:rPr>
              <a:t>&lt;номер&gt;</a:t>
            </a:fld>
            <a:endParaRPr lang="ru-RU" sz="104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14" name="Рисунок 8"/>
          <p:cNvPicPr/>
          <p:nvPr/>
        </p:nvPicPr>
        <p:blipFill>
          <a:blip r:embed="rId2"/>
          <a:stretch/>
        </p:blipFill>
        <p:spPr>
          <a:xfrm>
            <a:off x="327240" y="6310440"/>
            <a:ext cx="1203120" cy="4392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15" name="PlaceHolder 1"/>
          <p:cNvSpPr>
            <a:spLocks noGrp="1"/>
          </p:cNvSpPr>
          <p:nvPr>
            <p:ph type="title"/>
          </p:nvPr>
        </p:nvSpPr>
        <p:spPr>
          <a:xfrm>
            <a:off x="593640" y="218880"/>
            <a:ext cx="10689840" cy="12492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lnSpc>
                <a:spcPct val="100000"/>
              </a:lnSpc>
              <a:buNone/>
              <a:tabLst>
                <a:tab pos="0" algn="l"/>
              </a:tabLst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текста заглавия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1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Обычный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CustomShape 1"/>
          <p:cNvSpPr/>
          <p:nvPr/>
        </p:nvSpPr>
        <p:spPr>
          <a:xfrm>
            <a:off x="0" y="233640"/>
            <a:ext cx="234000" cy="239400"/>
          </a:xfrm>
          <a:prstGeom prst="rect">
            <a:avLst/>
          </a:prstGeom>
          <a:gradFill rotWithShape="0">
            <a:gsLst>
              <a:gs pos="0">
                <a:srgbClr val="1F497D"/>
              </a:gs>
              <a:gs pos="100000">
                <a:srgbClr val="4F81BD"/>
              </a:gs>
            </a:gsLst>
            <a:lin ang="18900000"/>
          </a:gradFill>
          <a:ln w="1260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7" name="CustomShape 2"/>
          <p:cNvSpPr/>
          <p:nvPr/>
        </p:nvSpPr>
        <p:spPr>
          <a:xfrm>
            <a:off x="11272680" y="6412320"/>
            <a:ext cx="589680" cy="209520"/>
          </a:xfrm>
          <a:prstGeom prst="rect">
            <a:avLst/>
          </a:prstGeom>
          <a:noFill/>
          <a:ln w="1260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6280" tIns="26280" rIns="26280" bIns="26280" anchor="ctr">
            <a:noAutofit/>
          </a:bodyPr>
          <a:p>
            <a:pPr algn="ctr">
              <a:lnSpc>
                <a:spcPct val="100000"/>
              </a:lnSpc>
            </a:pPr>
            <a:fld id="{CE4677C8-E257-4EE7-ACF5-4C3F7A32D5D9}" type="slidenum">
              <a:rPr lang="ru-RU" sz="1040" b="0" u="none" strike="noStrike">
                <a:solidFill>
                  <a:srgbClr val="14B4C8"/>
                </a:solidFill>
                <a:effectLst/>
                <a:uFillTx/>
                <a:latin typeface="Arial"/>
                <a:ea typeface="Arial"/>
              </a:rPr>
              <a:t>&lt;номер&gt;</a:t>
            </a:fld>
            <a:endParaRPr lang="ru-RU" sz="104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18" name="Рисунок 8"/>
          <p:cNvPicPr/>
          <p:nvPr/>
        </p:nvPicPr>
        <p:blipFill>
          <a:blip r:embed="rId2"/>
          <a:stretch/>
        </p:blipFill>
        <p:spPr>
          <a:xfrm>
            <a:off x="327240" y="6310440"/>
            <a:ext cx="1203120" cy="439200"/>
          </a:xfrm>
          <a:prstGeom prst="rect">
            <a:avLst/>
          </a:prstGeom>
          <a:noFill/>
          <a:ln w="0">
            <a:noFill/>
          </a:ln>
        </p:spPr>
      </p:pic>
    </p:spTree>
  </p:cSld>
</p:sldLayout>
</file>

<file path=ppt/slideLayouts/slideLayout2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Tx" preserve="1">
  <p:cSld name="Обычный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CustomShape 1"/>
          <p:cNvSpPr/>
          <p:nvPr/>
        </p:nvSpPr>
        <p:spPr>
          <a:xfrm>
            <a:off x="0" y="233640"/>
            <a:ext cx="234000" cy="239400"/>
          </a:xfrm>
          <a:prstGeom prst="rect">
            <a:avLst/>
          </a:prstGeom>
          <a:gradFill rotWithShape="0">
            <a:gsLst>
              <a:gs pos="0">
                <a:srgbClr val="1F497D"/>
              </a:gs>
              <a:gs pos="100000">
                <a:srgbClr val="4F81BD"/>
              </a:gs>
            </a:gsLst>
            <a:lin ang="18900000"/>
          </a:gradFill>
          <a:ln w="1260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0" name="CustomShape 2"/>
          <p:cNvSpPr/>
          <p:nvPr/>
        </p:nvSpPr>
        <p:spPr>
          <a:xfrm>
            <a:off x="11272680" y="6412320"/>
            <a:ext cx="589680" cy="209520"/>
          </a:xfrm>
          <a:prstGeom prst="rect">
            <a:avLst/>
          </a:prstGeom>
          <a:noFill/>
          <a:ln w="1260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6280" tIns="26280" rIns="26280" bIns="26280" anchor="ctr">
            <a:noAutofit/>
          </a:bodyPr>
          <a:p>
            <a:pPr algn="ctr">
              <a:lnSpc>
                <a:spcPct val="100000"/>
              </a:lnSpc>
            </a:pPr>
            <a:fld id="{0880246F-D402-47A1-BA8E-0E99FB1E3640}" type="slidenum">
              <a:rPr lang="ru-RU" sz="1040" b="0" u="none" strike="noStrike">
                <a:solidFill>
                  <a:srgbClr val="14B4C8"/>
                </a:solidFill>
                <a:effectLst/>
                <a:uFillTx/>
                <a:latin typeface="Arial"/>
                <a:ea typeface="Arial"/>
              </a:rPr>
              <a:t>&lt;номер&gt;</a:t>
            </a:fld>
            <a:endParaRPr lang="ru-RU" sz="104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21" name="Рисунок 8"/>
          <p:cNvPicPr/>
          <p:nvPr/>
        </p:nvPicPr>
        <p:blipFill>
          <a:blip r:embed="rId2"/>
          <a:stretch/>
        </p:blipFill>
        <p:spPr>
          <a:xfrm>
            <a:off x="327240" y="6310440"/>
            <a:ext cx="1203120" cy="4392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22" name="PlaceHolder 1"/>
          <p:cNvSpPr>
            <a:spLocks noGrp="1"/>
          </p:cNvSpPr>
          <p:nvPr>
            <p:ph type="title"/>
          </p:nvPr>
        </p:nvSpPr>
        <p:spPr>
          <a:xfrm>
            <a:off x="593640" y="218880"/>
            <a:ext cx="10689840" cy="12492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lnSpc>
                <a:spcPct val="100000"/>
              </a:lnSpc>
              <a:buNone/>
              <a:tabLst>
                <a:tab pos="0" algn="l"/>
              </a:tabLst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текста заглавия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3" name="PlaceHolder 2"/>
          <p:cNvSpPr>
            <a:spLocks noGrp="1"/>
          </p:cNvSpPr>
          <p:nvPr>
            <p:ph type="body"/>
          </p:nvPr>
        </p:nvSpPr>
        <p:spPr>
          <a:xfrm>
            <a:off x="593640" y="1600560"/>
            <a:ext cx="5216040" cy="18910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32000"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4" name="PlaceHolder 3"/>
          <p:cNvSpPr>
            <a:spLocks noGrp="1"/>
          </p:cNvSpPr>
          <p:nvPr>
            <p:ph type="body"/>
          </p:nvPr>
        </p:nvSpPr>
        <p:spPr>
          <a:xfrm>
            <a:off x="593640" y="3672720"/>
            <a:ext cx="5216040" cy="18910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5" name="PlaceHolder 4"/>
          <p:cNvSpPr>
            <a:spLocks noGrp="1"/>
          </p:cNvSpPr>
          <p:nvPr>
            <p:ph type="body"/>
          </p:nvPr>
        </p:nvSpPr>
        <p:spPr>
          <a:xfrm>
            <a:off x="6072120" y="1600560"/>
            <a:ext cx="5216040" cy="39657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2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AndTwoObj" preserve="1">
  <p:cSld name="Обычный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CustomShape 1"/>
          <p:cNvSpPr/>
          <p:nvPr/>
        </p:nvSpPr>
        <p:spPr>
          <a:xfrm>
            <a:off x="0" y="233640"/>
            <a:ext cx="234000" cy="239400"/>
          </a:xfrm>
          <a:prstGeom prst="rect">
            <a:avLst/>
          </a:prstGeom>
          <a:gradFill rotWithShape="0">
            <a:gsLst>
              <a:gs pos="0">
                <a:srgbClr val="1F497D"/>
              </a:gs>
              <a:gs pos="100000">
                <a:srgbClr val="4F81BD"/>
              </a:gs>
            </a:gsLst>
            <a:lin ang="18900000"/>
          </a:gradFill>
          <a:ln w="1260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7" name="CustomShape 2"/>
          <p:cNvSpPr/>
          <p:nvPr/>
        </p:nvSpPr>
        <p:spPr>
          <a:xfrm>
            <a:off x="11272680" y="6412320"/>
            <a:ext cx="589680" cy="209520"/>
          </a:xfrm>
          <a:prstGeom prst="rect">
            <a:avLst/>
          </a:prstGeom>
          <a:noFill/>
          <a:ln w="1260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6280" tIns="26280" rIns="26280" bIns="26280" anchor="ctr">
            <a:noAutofit/>
          </a:bodyPr>
          <a:p>
            <a:pPr algn="ctr">
              <a:lnSpc>
                <a:spcPct val="100000"/>
              </a:lnSpc>
            </a:pPr>
            <a:fld id="{85CC86A6-2A17-42D3-90AF-D3CC56188E71}" type="slidenum">
              <a:rPr lang="ru-RU" sz="1040" b="0" u="none" strike="noStrike">
                <a:solidFill>
                  <a:srgbClr val="14B4C8"/>
                </a:solidFill>
                <a:effectLst/>
                <a:uFillTx/>
                <a:latin typeface="Arial"/>
                <a:ea typeface="Arial"/>
              </a:rPr>
              <a:t>&lt;номер&gt;</a:t>
            </a:fld>
            <a:endParaRPr lang="ru-RU" sz="104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28" name="Рисунок 8"/>
          <p:cNvPicPr/>
          <p:nvPr/>
        </p:nvPicPr>
        <p:blipFill>
          <a:blip r:embed="rId2"/>
          <a:stretch/>
        </p:blipFill>
        <p:spPr>
          <a:xfrm>
            <a:off x="327240" y="6310440"/>
            <a:ext cx="1203120" cy="4392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29" name="PlaceHolder 1"/>
          <p:cNvSpPr>
            <a:spLocks noGrp="1"/>
          </p:cNvSpPr>
          <p:nvPr>
            <p:ph type="title"/>
          </p:nvPr>
        </p:nvSpPr>
        <p:spPr>
          <a:xfrm>
            <a:off x="593640" y="218880"/>
            <a:ext cx="10689840" cy="12492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lnSpc>
                <a:spcPct val="100000"/>
              </a:lnSpc>
              <a:buNone/>
              <a:tabLst>
                <a:tab pos="0" algn="l"/>
              </a:tabLst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текста заглавия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0" name="PlaceHolder 2"/>
          <p:cNvSpPr>
            <a:spLocks noGrp="1"/>
          </p:cNvSpPr>
          <p:nvPr>
            <p:ph type="body"/>
          </p:nvPr>
        </p:nvSpPr>
        <p:spPr>
          <a:xfrm>
            <a:off x="593640" y="1600560"/>
            <a:ext cx="5216040" cy="39657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32000"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1" name="PlaceHolder 3"/>
          <p:cNvSpPr>
            <a:spLocks noGrp="1"/>
          </p:cNvSpPr>
          <p:nvPr>
            <p:ph type="body"/>
          </p:nvPr>
        </p:nvSpPr>
        <p:spPr>
          <a:xfrm>
            <a:off x="6072120" y="1600560"/>
            <a:ext cx="5216040" cy="18910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2" name="PlaceHolder 4"/>
          <p:cNvSpPr>
            <a:spLocks noGrp="1"/>
          </p:cNvSpPr>
          <p:nvPr>
            <p:ph type="body"/>
          </p:nvPr>
        </p:nvSpPr>
        <p:spPr>
          <a:xfrm>
            <a:off x="6072120" y="3672720"/>
            <a:ext cx="5216040" cy="18910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2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Обычный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CustomShape 1"/>
          <p:cNvSpPr/>
          <p:nvPr/>
        </p:nvSpPr>
        <p:spPr>
          <a:xfrm>
            <a:off x="0" y="233640"/>
            <a:ext cx="234000" cy="239400"/>
          </a:xfrm>
          <a:prstGeom prst="rect">
            <a:avLst/>
          </a:prstGeom>
          <a:gradFill rotWithShape="0">
            <a:gsLst>
              <a:gs pos="0">
                <a:srgbClr val="1F497D"/>
              </a:gs>
              <a:gs pos="100000">
                <a:srgbClr val="4F81BD"/>
              </a:gs>
            </a:gsLst>
            <a:lin ang="18900000"/>
          </a:gradFill>
          <a:ln w="1260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4" name="CustomShape 2"/>
          <p:cNvSpPr/>
          <p:nvPr/>
        </p:nvSpPr>
        <p:spPr>
          <a:xfrm>
            <a:off x="11272680" y="6412320"/>
            <a:ext cx="589680" cy="209520"/>
          </a:xfrm>
          <a:prstGeom prst="rect">
            <a:avLst/>
          </a:prstGeom>
          <a:noFill/>
          <a:ln w="1260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6280" tIns="26280" rIns="26280" bIns="26280" anchor="ctr">
            <a:noAutofit/>
          </a:bodyPr>
          <a:p>
            <a:pPr algn="ctr">
              <a:lnSpc>
                <a:spcPct val="100000"/>
              </a:lnSpc>
            </a:pPr>
            <a:fld id="{3AC53CD5-C75E-409E-ADBE-2980A64508A4}" type="slidenum">
              <a:rPr lang="ru-RU" sz="1040" b="0" u="none" strike="noStrike">
                <a:solidFill>
                  <a:srgbClr val="14B4C8"/>
                </a:solidFill>
                <a:effectLst/>
                <a:uFillTx/>
                <a:latin typeface="Arial"/>
                <a:ea typeface="Arial"/>
              </a:rPr>
              <a:t>&lt;номер&gt;</a:t>
            </a:fld>
            <a:endParaRPr lang="ru-RU" sz="104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35" name="Рисунок 8"/>
          <p:cNvPicPr/>
          <p:nvPr/>
        </p:nvPicPr>
        <p:blipFill>
          <a:blip r:embed="rId2"/>
          <a:stretch/>
        </p:blipFill>
        <p:spPr>
          <a:xfrm>
            <a:off x="327240" y="6310440"/>
            <a:ext cx="1203120" cy="4392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36" name="PlaceHolder 1"/>
          <p:cNvSpPr>
            <a:spLocks noGrp="1"/>
          </p:cNvSpPr>
          <p:nvPr>
            <p:ph type="title"/>
          </p:nvPr>
        </p:nvSpPr>
        <p:spPr>
          <a:xfrm>
            <a:off x="593640" y="218880"/>
            <a:ext cx="10689840" cy="12492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lnSpc>
                <a:spcPct val="100000"/>
              </a:lnSpc>
              <a:buNone/>
              <a:tabLst>
                <a:tab pos="0" algn="l"/>
              </a:tabLst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текста заглавия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7" name="PlaceHolder 2"/>
          <p:cNvSpPr>
            <a:spLocks noGrp="1"/>
          </p:cNvSpPr>
          <p:nvPr>
            <p:ph type="body"/>
          </p:nvPr>
        </p:nvSpPr>
        <p:spPr>
          <a:xfrm>
            <a:off x="593640" y="1600560"/>
            <a:ext cx="5216040" cy="18910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32000"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8" name="PlaceHolder 3"/>
          <p:cNvSpPr>
            <a:spLocks noGrp="1"/>
          </p:cNvSpPr>
          <p:nvPr>
            <p:ph type="body"/>
          </p:nvPr>
        </p:nvSpPr>
        <p:spPr>
          <a:xfrm>
            <a:off x="6072120" y="1600560"/>
            <a:ext cx="5216040" cy="18910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9" name="PlaceHolder 4"/>
          <p:cNvSpPr>
            <a:spLocks noGrp="1"/>
          </p:cNvSpPr>
          <p:nvPr>
            <p:ph type="body"/>
          </p:nvPr>
        </p:nvSpPr>
        <p:spPr>
          <a:xfrm>
            <a:off x="593640" y="3672720"/>
            <a:ext cx="10689840" cy="18910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2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Обычный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CustomShape 1"/>
          <p:cNvSpPr/>
          <p:nvPr/>
        </p:nvSpPr>
        <p:spPr>
          <a:xfrm>
            <a:off x="0" y="233640"/>
            <a:ext cx="234000" cy="239400"/>
          </a:xfrm>
          <a:prstGeom prst="rect">
            <a:avLst/>
          </a:prstGeom>
          <a:gradFill rotWithShape="0">
            <a:gsLst>
              <a:gs pos="0">
                <a:srgbClr val="1F497D"/>
              </a:gs>
              <a:gs pos="100000">
                <a:srgbClr val="4F81BD"/>
              </a:gs>
            </a:gsLst>
            <a:lin ang="18900000"/>
          </a:gradFill>
          <a:ln w="1260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1" name="CustomShape 2"/>
          <p:cNvSpPr/>
          <p:nvPr/>
        </p:nvSpPr>
        <p:spPr>
          <a:xfrm>
            <a:off x="11272680" y="6412320"/>
            <a:ext cx="589680" cy="209520"/>
          </a:xfrm>
          <a:prstGeom prst="rect">
            <a:avLst/>
          </a:prstGeom>
          <a:noFill/>
          <a:ln w="1260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6280" tIns="26280" rIns="26280" bIns="26280" anchor="ctr">
            <a:noAutofit/>
          </a:bodyPr>
          <a:p>
            <a:pPr algn="ctr">
              <a:lnSpc>
                <a:spcPct val="100000"/>
              </a:lnSpc>
            </a:pPr>
            <a:fld id="{2F2932DB-895E-420B-8971-217CF5D8B39F}" type="slidenum">
              <a:rPr lang="ru-RU" sz="1040" b="0" u="none" strike="noStrike">
                <a:solidFill>
                  <a:srgbClr val="14B4C8"/>
                </a:solidFill>
                <a:effectLst/>
                <a:uFillTx/>
                <a:latin typeface="Arial"/>
                <a:ea typeface="Arial"/>
              </a:rPr>
              <a:t>&lt;номер&gt;</a:t>
            </a:fld>
            <a:endParaRPr lang="ru-RU" sz="104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42" name="Рисунок 8"/>
          <p:cNvPicPr/>
          <p:nvPr/>
        </p:nvPicPr>
        <p:blipFill>
          <a:blip r:embed="rId2"/>
          <a:stretch/>
        </p:blipFill>
        <p:spPr>
          <a:xfrm>
            <a:off x="327240" y="6310440"/>
            <a:ext cx="1203120" cy="4392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43" name="PlaceHolder 1"/>
          <p:cNvSpPr>
            <a:spLocks noGrp="1"/>
          </p:cNvSpPr>
          <p:nvPr>
            <p:ph type="title"/>
          </p:nvPr>
        </p:nvSpPr>
        <p:spPr>
          <a:xfrm>
            <a:off x="593640" y="218880"/>
            <a:ext cx="10689840" cy="12492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lnSpc>
                <a:spcPct val="100000"/>
              </a:lnSpc>
              <a:buNone/>
              <a:tabLst>
                <a:tab pos="0" algn="l"/>
              </a:tabLst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текста заглавия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4" name="PlaceHolder 2"/>
          <p:cNvSpPr>
            <a:spLocks noGrp="1"/>
          </p:cNvSpPr>
          <p:nvPr>
            <p:ph type="body"/>
          </p:nvPr>
        </p:nvSpPr>
        <p:spPr>
          <a:xfrm>
            <a:off x="593640" y="1600560"/>
            <a:ext cx="10689840" cy="18910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32000"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5" name="PlaceHolder 3"/>
          <p:cNvSpPr>
            <a:spLocks noGrp="1"/>
          </p:cNvSpPr>
          <p:nvPr>
            <p:ph type="body"/>
          </p:nvPr>
        </p:nvSpPr>
        <p:spPr>
          <a:xfrm>
            <a:off x="593640" y="3672720"/>
            <a:ext cx="10689840" cy="18910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2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Обычный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CustomShape 1"/>
          <p:cNvSpPr/>
          <p:nvPr/>
        </p:nvSpPr>
        <p:spPr>
          <a:xfrm>
            <a:off x="0" y="233640"/>
            <a:ext cx="234000" cy="239400"/>
          </a:xfrm>
          <a:prstGeom prst="rect">
            <a:avLst/>
          </a:prstGeom>
          <a:gradFill rotWithShape="0">
            <a:gsLst>
              <a:gs pos="0">
                <a:srgbClr val="1F497D"/>
              </a:gs>
              <a:gs pos="100000">
                <a:srgbClr val="4F81BD"/>
              </a:gs>
            </a:gsLst>
            <a:lin ang="18900000"/>
          </a:gradFill>
          <a:ln w="1260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7" name="CustomShape 2"/>
          <p:cNvSpPr/>
          <p:nvPr/>
        </p:nvSpPr>
        <p:spPr>
          <a:xfrm>
            <a:off x="11272680" y="6412320"/>
            <a:ext cx="589680" cy="209520"/>
          </a:xfrm>
          <a:prstGeom prst="rect">
            <a:avLst/>
          </a:prstGeom>
          <a:noFill/>
          <a:ln w="1260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6280" tIns="26280" rIns="26280" bIns="26280" anchor="ctr">
            <a:noAutofit/>
          </a:bodyPr>
          <a:p>
            <a:pPr algn="ctr">
              <a:lnSpc>
                <a:spcPct val="100000"/>
              </a:lnSpc>
            </a:pPr>
            <a:fld id="{39B4C908-5935-40EE-BC5A-C6CB946BD184}" type="slidenum">
              <a:rPr lang="ru-RU" sz="1040" b="0" u="none" strike="noStrike">
                <a:solidFill>
                  <a:srgbClr val="14B4C8"/>
                </a:solidFill>
                <a:effectLst/>
                <a:uFillTx/>
                <a:latin typeface="Arial"/>
                <a:ea typeface="Arial"/>
              </a:rPr>
              <a:t>&lt;номер&gt;</a:t>
            </a:fld>
            <a:endParaRPr lang="ru-RU" sz="104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48" name="Рисунок 8"/>
          <p:cNvPicPr/>
          <p:nvPr/>
        </p:nvPicPr>
        <p:blipFill>
          <a:blip r:embed="rId2"/>
          <a:stretch/>
        </p:blipFill>
        <p:spPr>
          <a:xfrm>
            <a:off x="327240" y="6310440"/>
            <a:ext cx="1203120" cy="4392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49" name="PlaceHolder 1"/>
          <p:cNvSpPr>
            <a:spLocks noGrp="1"/>
          </p:cNvSpPr>
          <p:nvPr>
            <p:ph type="title"/>
          </p:nvPr>
        </p:nvSpPr>
        <p:spPr>
          <a:xfrm>
            <a:off x="593640" y="218880"/>
            <a:ext cx="10689840" cy="12492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lnSpc>
                <a:spcPct val="100000"/>
              </a:lnSpc>
              <a:buNone/>
              <a:tabLst>
                <a:tab pos="0" algn="l"/>
              </a:tabLst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текста заглавия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0" name="PlaceHolder 2"/>
          <p:cNvSpPr>
            <a:spLocks noGrp="1"/>
          </p:cNvSpPr>
          <p:nvPr>
            <p:ph type="body"/>
          </p:nvPr>
        </p:nvSpPr>
        <p:spPr>
          <a:xfrm>
            <a:off x="593640" y="1600560"/>
            <a:ext cx="5216040" cy="18910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32000"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1" name="PlaceHolder 3"/>
          <p:cNvSpPr>
            <a:spLocks noGrp="1"/>
          </p:cNvSpPr>
          <p:nvPr>
            <p:ph type="body"/>
          </p:nvPr>
        </p:nvSpPr>
        <p:spPr>
          <a:xfrm>
            <a:off x="6072120" y="1600560"/>
            <a:ext cx="5216040" cy="18910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2" name="PlaceHolder 4"/>
          <p:cNvSpPr>
            <a:spLocks noGrp="1"/>
          </p:cNvSpPr>
          <p:nvPr>
            <p:ph type="body"/>
          </p:nvPr>
        </p:nvSpPr>
        <p:spPr>
          <a:xfrm>
            <a:off x="6072120" y="3672720"/>
            <a:ext cx="5216040" cy="18910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3" name="PlaceHolder 5"/>
          <p:cNvSpPr>
            <a:spLocks noGrp="1"/>
          </p:cNvSpPr>
          <p:nvPr>
            <p:ph type="body"/>
          </p:nvPr>
        </p:nvSpPr>
        <p:spPr>
          <a:xfrm>
            <a:off x="593640" y="3672720"/>
            <a:ext cx="5216040" cy="18910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2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Обычный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4" name="Picture 2"/>
          <p:cNvPicPr/>
          <p:nvPr/>
        </p:nvPicPr>
        <p:blipFill>
          <a:blip r:embed="rId2"/>
          <a:srcRect l="25713" t="0" r="29850" b="0"/>
          <a:stretch/>
        </p:blipFill>
        <p:spPr>
          <a:xfrm>
            <a:off x="6599880" y="0"/>
            <a:ext cx="5275440" cy="68371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55" name="CustomShape 1"/>
          <p:cNvSpPr/>
          <p:nvPr/>
        </p:nvSpPr>
        <p:spPr>
          <a:xfrm>
            <a:off x="6595560" y="0"/>
            <a:ext cx="5281200" cy="6852600"/>
          </a:xfrm>
          <a:prstGeom prst="rect">
            <a:avLst/>
          </a:prstGeom>
          <a:gradFill rotWithShape="0">
            <a:gsLst>
              <a:gs pos="0">
                <a:srgbClr val="1F497D">
                  <a:alpha val="60000"/>
                </a:srgbClr>
              </a:gs>
              <a:gs pos="100000">
                <a:srgbClr val="1F497D">
                  <a:alpha val="60000"/>
                </a:srgbClr>
              </a:gs>
            </a:gsLst>
            <a:lin ang="0"/>
          </a:gra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6" name="CustomShape 2"/>
          <p:cNvSpPr/>
          <p:nvPr/>
        </p:nvSpPr>
        <p:spPr>
          <a:xfrm>
            <a:off x="0" y="233640"/>
            <a:ext cx="234000" cy="239400"/>
          </a:xfrm>
          <a:prstGeom prst="rect">
            <a:avLst/>
          </a:prstGeom>
          <a:gradFill rotWithShape="0">
            <a:gsLst>
              <a:gs pos="0">
                <a:srgbClr val="1F497D"/>
              </a:gs>
              <a:gs pos="100000">
                <a:srgbClr val="4F81BD"/>
              </a:gs>
            </a:gsLst>
            <a:lin ang="18900000"/>
          </a:gradFill>
          <a:ln w="1260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7" name="CustomShape 3"/>
          <p:cNvSpPr/>
          <p:nvPr/>
        </p:nvSpPr>
        <p:spPr>
          <a:xfrm>
            <a:off x="11272680" y="6412320"/>
            <a:ext cx="589680" cy="209520"/>
          </a:xfrm>
          <a:prstGeom prst="rect">
            <a:avLst/>
          </a:prstGeom>
          <a:noFill/>
          <a:ln w="1260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6280" tIns="26280" rIns="26280" bIns="26280" anchor="ctr">
            <a:noAutofit/>
          </a:bodyPr>
          <a:p>
            <a:pPr algn="ctr">
              <a:lnSpc>
                <a:spcPct val="100000"/>
              </a:lnSpc>
            </a:pPr>
            <a:fld id="{B032E89C-607E-4919-B51E-13BE31F2112F}" type="slidenum">
              <a:rPr lang="ru-RU" sz="1040" b="0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&lt;номер&gt;</a:t>
            </a:fld>
            <a:endParaRPr lang="ru-RU" sz="104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58" name="Рисунок 18"/>
          <p:cNvPicPr/>
          <p:nvPr/>
        </p:nvPicPr>
        <p:blipFill>
          <a:blip r:embed="rId3"/>
          <a:stretch/>
        </p:blipFill>
        <p:spPr>
          <a:xfrm>
            <a:off x="327240" y="6297480"/>
            <a:ext cx="1203120" cy="4392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59" name="PlaceHolder 1"/>
          <p:cNvSpPr>
            <a:spLocks noGrp="1"/>
          </p:cNvSpPr>
          <p:nvPr>
            <p:ph type="title"/>
          </p:nvPr>
        </p:nvSpPr>
        <p:spPr>
          <a:xfrm>
            <a:off x="593640" y="218880"/>
            <a:ext cx="10689840" cy="12492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lnSpc>
                <a:spcPct val="100000"/>
              </a:lnSpc>
              <a:buNone/>
              <a:tabLst>
                <a:tab pos="0" algn="l"/>
              </a:tabLst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текста заглавия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0" name="PlaceHolder 2"/>
          <p:cNvSpPr>
            <a:spLocks noGrp="1"/>
          </p:cNvSpPr>
          <p:nvPr>
            <p:ph type="body"/>
          </p:nvPr>
        </p:nvSpPr>
        <p:spPr>
          <a:xfrm>
            <a:off x="593640" y="1600560"/>
            <a:ext cx="5216040" cy="18910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32000"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1" name="PlaceHolder 3"/>
          <p:cNvSpPr>
            <a:spLocks noGrp="1"/>
          </p:cNvSpPr>
          <p:nvPr>
            <p:ph type="body"/>
          </p:nvPr>
        </p:nvSpPr>
        <p:spPr>
          <a:xfrm>
            <a:off x="6072120" y="1600560"/>
            <a:ext cx="5216040" cy="18910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2" name="PlaceHolder 4"/>
          <p:cNvSpPr>
            <a:spLocks noGrp="1"/>
          </p:cNvSpPr>
          <p:nvPr>
            <p:ph type="body"/>
          </p:nvPr>
        </p:nvSpPr>
        <p:spPr>
          <a:xfrm>
            <a:off x="6072120" y="3672720"/>
            <a:ext cx="5216040" cy="18910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3" name="PlaceHolder 5"/>
          <p:cNvSpPr>
            <a:spLocks noGrp="1"/>
          </p:cNvSpPr>
          <p:nvPr>
            <p:ph type="body"/>
          </p:nvPr>
        </p:nvSpPr>
        <p:spPr>
          <a:xfrm>
            <a:off x="593640" y="3672720"/>
            <a:ext cx="5216040" cy="18910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2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Обычный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4" name="Picture 2"/>
          <p:cNvPicPr/>
          <p:nvPr/>
        </p:nvPicPr>
        <p:blipFill>
          <a:blip r:embed="rId2"/>
          <a:srcRect l="25713" t="0" r="29850" b="0"/>
          <a:stretch/>
        </p:blipFill>
        <p:spPr>
          <a:xfrm>
            <a:off x="6599880" y="0"/>
            <a:ext cx="5275440" cy="68371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65" name="CustomShape 1"/>
          <p:cNvSpPr/>
          <p:nvPr/>
        </p:nvSpPr>
        <p:spPr>
          <a:xfrm>
            <a:off x="6595560" y="0"/>
            <a:ext cx="5281200" cy="6852600"/>
          </a:xfrm>
          <a:prstGeom prst="rect">
            <a:avLst/>
          </a:prstGeom>
          <a:gradFill rotWithShape="0">
            <a:gsLst>
              <a:gs pos="0">
                <a:srgbClr val="1F497D">
                  <a:alpha val="60000"/>
                </a:srgbClr>
              </a:gs>
              <a:gs pos="100000">
                <a:srgbClr val="1F497D">
                  <a:alpha val="60000"/>
                </a:srgbClr>
              </a:gs>
            </a:gsLst>
            <a:lin ang="0"/>
          </a:gra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6" name="CustomShape 2"/>
          <p:cNvSpPr/>
          <p:nvPr/>
        </p:nvSpPr>
        <p:spPr>
          <a:xfrm>
            <a:off x="0" y="233640"/>
            <a:ext cx="234000" cy="239400"/>
          </a:xfrm>
          <a:prstGeom prst="rect">
            <a:avLst/>
          </a:prstGeom>
          <a:gradFill rotWithShape="0">
            <a:gsLst>
              <a:gs pos="0">
                <a:srgbClr val="1F497D"/>
              </a:gs>
              <a:gs pos="100000">
                <a:srgbClr val="4F81BD"/>
              </a:gs>
            </a:gsLst>
            <a:lin ang="18900000"/>
          </a:gradFill>
          <a:ln w="1260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7" name="CustomShape 3"/>
          <p:cNvSpPr/>
          <p:nvPr/>
        </p:nvSpPr>
        <p:spPr>
          <a:xfrm>
            <a:off x="11272680" y="6412320"/>
            <a:ext cx="589680" cy="209520"/>
          </a:xfrm>
          <a:prstGeom prst="rect">
            <a:avLst/>
          </a:prstGeom>
          <a:noFill/>
          <a:ln w="1260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6280" tIns="26280" rIns="26280" bIns="26280" anchor="ctr">
            <a:noAutofit/>
          </a:bodyPr>
          <a:p>
            <a:pPr algn="ctr">
              <a:lnSpc>
                <a:spcPct val="100000"/>
              </a:lnSpc>
            </a:pPr>
            <a:fld id="{FB9FC971-5F3D-458F-B39A-40DB9FCFFAD9}" type="slidenum">
              <a:rPr lang="ru-RU" sz="1040" b="0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&lt;номер&gt;</a:t>
            </a:fld>
            <a:endParaRPr lang="ru-RU" sz="104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68" name="Рисунок 18"/>
          <p:cNvPicPr/>
          <p:nvPr/>
        </p:nvPicPr>
        <p:blipFill>
          <a:blip r:embed="rId3"/>
          <a:stretch/>
        </p:blipFill>
        <p:spPr>
          <a:xfrm>
            <a:off x="327240" y="6297480"/>
            <a:ext cx="1203120" cy="4392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69" name="PlaceHolder 1"/>
          <p:cNvSpPr>
            <a:spLocks noGrp="1"/>
          </p:cNvSpPr>
          <p:nvPr>
            <p:ph type="title"/>
          </p:nvPr>
        </p:nvSpPr>
        <p:spPr>
          <a:xfrm>
            <a:off x="593640" y="218880"/>
            <a:ext cx="10689840" cy="12492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lnSpc>
                <a:spcPct val="100000"/>
              </a:lnSpc>
              <a:buNone/>
              <a:tabLst>
                <a:tab pos="0" algn="l"/>
              </a:tabLst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текста заглавия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0" name="PlaceHolder 2"/>
          <p:cNvSpPr>
            <a:spLocks noGrp="1"/>
          </p:cNvSpPr>
          <p:nvPr>
            <p:ph type="body"/>
          </p:nvPr>
        </p:nvSpPr>
        <p:spPr>
          <a:xfrm>
            <a:off x="593640" y="1600560"/>
            <a:ext cx="10689840" cy="39657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32000"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1" name="PlaceHolder 3"/>
          <p:cNvSpPr>
            <a:spLocks noGrp="1"/>
          </p:cNvSpPr>
          <p:nvPr>
            <p:ph type="body"/>
          </p:nvPr>
        </p:nvSpPr>
        <p:spPr>
          <a:xfrm>
            <a:off x="593640" y="1600560"/>
            <a:ext cx="10689840" cy="39657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72" name=""/>
          <p:cNvPicPr/>
          <p:nvPr/>
        </p:nvPicPr>
        <p:blipFill>
          <a:blip r:embed="rId4"/>
          <a:stretch/>
        </p:blipFill>
        <p:spPr>
          <a:xfrm>
            <a:off x="3453120" y="1600200"/>
            <a:ext cx="4970520" cy="396576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173" name=""/>
          <p:cNvPicPr/>
          <p:nvPr/>
        </p:nvPicPr>
        <p:blipFill>
          <a:blip r:embed="rId5"/>
          <a:stretch/>
        </p:blipFill>
        <p:spPr>
          <a:xfrm>
            <a:off x="3453120" y="1600200"/>
            <a:ext cx="4970520" cy="3965760"/>
          </a:xfrm>
          <a:prstGeom prst="rect">
            <a:avLst/>
          </a:prstGeom>
          <a:noFill/>
          <a:ln w="0">
            <a:noFill/>
          </a:ln>
        </p:spPr>
      </p:pic>
    </p:spTree>
  </p:cSld>
</p:sldLayout>
</file>

<file path=ppt/slideLayouts/slideLayout2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Обычный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4" name="Picture 2"/>
          <p:cNvPicPr/>
          <p:nvPr/>
        </p:nvPicPr>
        <p:blipFill>
          <a:blip r:embed="rId2"/>
          <a:srcRect l="25713" t="0" r="29850" b="0"/>
          <a:stretch/>
        </p:blipFill>
        <p:spPr>
          <a:xfrm>
            <a:off x="6599880" y="0"/>
            <a:ext cx="5275440" cy="68371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75" name="CustomShape 1"/>
          <p:cNvSpPr/>
          <p:nvPr/>
        </p:nvSpPr>
        <p:spPr>
          <a:xfrm>
            <a:off x="6595560" y="0"/>
            <a:ext cx="5281200" cy="6852600"/>
          </a:xfrm>
          <a:prstGeom prst="rect">
            <a:avLst/>
          </a:prstGeom>
          <a:gradFill rotWithShape="0">
            <a:gsLst>
              <a:gs pos="0">
                <a:srgbClr val="1F497D">
                  <a:alpha val="60000"/>
                </a:srgbClr>
              </a:gs>
              <a:gs pos="100000">
                <a:srgbClr val="1F497D">
                  <a:alpha val="60000"/>
                </a:srgbClr>
              </a:gs>
            </a:gsLst>
            <a:lin ang="0"/>
          </a:gra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6" name="CustomShape 2"/>
          <p:cNvSpPr/>
          <p:nvPr/>
        </p:nvSpPr>
        <p:spPr>
          <a:xfrm>
            <a:off x="0" y="233640"/>
            <a:ext cx="234000" cy="239400"/>
          </a:xfrm>
          <a:prstGeom prst="rect">
            <a:avLst/>
          </a:prstGeom>
          <a:gradFill rotWithShape="0">
            <a:gsLst>
              <a:gs pos="0">
                <a:srgbClr val="1F497D"/>
              </a:gs>
              <a:gs pos="100000">
                <a:srgbClr val="4F81BD"/>
              </a:gs>
            </a:gsLst>
            <a:lin ang="18900000"/>
          </a:gradFill>
          <a:ln w="1260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7" name="CustomShape 3"/>
          <p:cNvSpPr/>
          <p:nvPr/>
        </p:nvSpPr>
        <p:spPr>
          <a:xfrm>
            <a:off x="11272680" y="6412320"/>
            <a:ext cx="589680" cy="209520"/>
          </a:xfrm>
          <a:prstGeom prst="rect">
            <a:avLst/>
          </a:prstGeom>
          <a:noFill/>
          <a:ln w="1260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6280" tIns="26280" rIns="26280" bIns="26280" anchor="ctr">
            <a:noAutofit/>
          </a:bodyPr>
          <a:p>
            <a:pPr algn="ctr">
              <a:lnSpc>
                <a:spcPct val="100000"/>
              </a:lnSpc>
            </a:pPr>
            <a:fld id="{D4190DC1-C6D2-4C6B-B872-75538A7E06D8}" type="slidenum">
              <a:rPr lang="ru-RU" sz="1040" b="0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&lt;номер&gt;</a:t>
            </a:fld>
            <a:endParaRPr lang="ru-RU" sz="104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78" name="Рисунок 18"/>
          <p:cNvPicPr/>
          <p:nvPr/>
        </p:nvPicPr>
        <p:blipFill>
          <a:blip r:embed="rId3"/>
          <a:stretch/>
        </p:blipFill>
        <p:spPr>
          <a:xfrm>
            <a:off x="327240" y="6297480"/>
            <a:ext cx="1203120" cy="4392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79" name="PlaceHolder 1"/>
          <p:cNvSpPr>
            <a:spLocks noGrp="1"/>
          </p:cNvSpPr>
          <p:nvPr>
            <p:ph type="title"/>
          </p:nvPr>
        </p:nvSpPr>
        <p:spPr>
          <a:xfrm>
            <a:off x="593640" y="272880"/>
            <a:ext cx="10690200" cy="11412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lnSpc>
                <a:spcPct val="100000"/>
              </a:lnSpc>
              <a:buNone/>
              <a:tabLst>
                <a:tab pos="0" algn="l"/>
              </a:tabLst>
              <a:defRPr lang="ru-RU" sz="4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ru-RU" sz="4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текста заглавия щёлкните мышью</a:t>
            </a:r>
            <a:endParaRPr lang="ru-RU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0" name="PlaceHolder 2"/>
          <p:cNvSpPr>
            <a:spLocks noGrp="1"/>
          </p:cNvSpPr>
          <p:nvPr>
            <p:ph type="body"/>
          </p:nvPr>
        </p:nvSpPr>
        <p:spPr>
          <a:xfrm>
            <a:off x="593640" y="1600560"/>
            <a:ext cx="10690200" cy="39661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32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2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2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32000"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3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2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2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2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Обычный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81" name="Picture 2"/>
          <p:cNvPicPr/>
          <p:nvPr/>
        </p:nvPicPr>
        <p:blipFill>
          <a:blip r:embed="rId2"/>
          <a:srcRect l="25713" t="0" r="29850" b="0"/>
          <a:stretch/>
        </p:blipFill>
        <p:spPr>
          <a:xfrm>
            <a:off x="6599880" y="0"/>
            <a:ext cx="5275440" cy="68371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82" name="CustomShape 1"/>
          <p:cNvSpPr/>
          <p:nvPr/>
        </p:nvSpPr>
        <p:spPr>
          <a:xfrm>
            <a:off x="6595560" y="0"/>
            <a:ext cx="5281200" cy="6852600"/>
          </a:xfrm>
          <a:prstGeom prst="rect">
            <a:avLst/>
          </a:prstGeom>
          <a:gradFill rotWithShape="0">
            <a:gsLst>
              <a:gs pos="0">
                <a:srgbClr val="1F497D">
                  <a:alpha val="60000"/>
                </a:srgbClr>
              </a:gs>
              <a:gs pos="100000">
                <a:srgbClr val="1F497D">
                  <a:alpha val="60000"/>
                </a:srgbClr>
              </a:gs>
            </a:gsLst>
            <a:lin ang="0"/>
          </a:gra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3" name="CustomShape 2"/>
          <p:cNvSpPr/>
          <p:nvPr/>
        </p:nvSpPr>
        <p:spPr>
          <a:xfrm>
            <a:off x="0" y="233640"/>
            <a:ext cx="234000" cy="239400"/>
          </a:xfrm>
          <a:prstGeom prst="rect">
            <a:avLst/>
          </a:prstGeom>
          <a:gradFill rotWithShape="0">
            <a:gsLst>
              <a:gs pos="0">
                <a:srgbClr val="1F497D"/>
              </a:gs>
              <a:gs pos="100000">
                <a:srgbClr val="4F81BD"/>
              </a:gs>
            </a:gsLst>
            <a:lin ang="18900000"/>
          </a:gradFill>
          <a:ln w="1260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4" name="CustomShape 3"/>
          <p:cNvSpPr/>
          <p:nvPr/>
        </p:nvSpPr>
        <p:spPr>
          <a:xfrm>
            <a:off x="11272680" y="6412320"/>
            <a:ext cx="589680" cy="209520"/>
          </a:xfrm>
          <a:prstGeom prst="rect">
            <a:avLst/>
          </a:prstGeom>
          <a:noFill/>
          <a:ln w="1260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6280" tIns="26280" rIns="26280" bIns="26280" anchor="ctr">
            <a:noAutofit/>
          </a:bodyPr>
          <a:p>
            <a:pPr algn="ctr">
              <a:lnSpc>
                <a:spcPct val="100000"/>
              </a:lnSpc>
            </a:pPr>
            <a:fld id="{1654AA1E-8F50-4FB7-9A76-2D36175C3DC3}" type="slidenum">
              <a:rPr lang="ru-RU" sz="1040" b="0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&lt;номер&gt;</a:t>
            </a:fld>
            <a:endParaRPr lang="ru-RU" sz="104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85" name="Рисунок 18"/>
          <p:cNvPicPr/>
          <p:nvPr/>
        </p:nvPicPr>
        <p:blipFill>
          <a:blip r:embed="rId3"/>
          <a:stretch/>
        </p:blipFill>
        <p:spPr>
          <a:xfrm>
            <a:off x="327240" y="6297480"/>
            <a:ext cx="1203120" cy="4392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86" name="PlaceHolder 1"/>
          <p:cNvSpPr>
            <a:spLocks noGrp="1"/>
          </p:cNvSpPr>
          <p:nvPr>
            <p:ph type="title"/>
          </p:nvPr>
        </p:nvSpPr>
        <p:spPr>
          <a:xfrm>
            <a:off x="593640" y="218880"/>
            <a:ext cx="10689840" cy="12492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lnSpc>
                <a:spcPct val="100000"/>
              </a:lnSpc>
              <a:buNone/>
              <a:tabLst>
                <a:tab pos="0" algn="l"/>
              </a:tabLst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текста заглавия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2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Обычный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87" name="Picture 2"/>
          <p:cNvPicPr/>
          <p:nvPr/>
        </p:nvPicPr>
        <p:blipFill>
          <a:blip r:embed="rId2"/>
          <a:srcRect l="25713" t="0" r="29850" b="0"/>
          <a:stretch/>
        </p:blipFill>
        <p:spPr>
          <a:xfrm>
            <a:off x="6599880" y="0"/>
            <a:ext cx="5275440" cy="68371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88" name="CustomShape 1"/>
          <p:cNvSpPr/>
          <p:nvPr/>
        </p:nvSpPr>
        <p:spPr>
          <a:xfrm>
            <a:off x="6595560" y="0"/>
            <a:ext cx="5281200" cy="6852600"/>
          </a:xfrm>
          <a:prstGeom prst="rect">
            <a:avLst/>
          </a:prstGeom>
          <a:gradFill rotWithShape="0">
            <a:gsLst>
              <a:gs pos="0">
                <a:srgbClr val="1F497D">
                  <a:alpha val="60000"/>
                </a:srgbClr>
              </a:gs>
              <a:gs pos="100000">
                <a:srgbClr val="1F497D">
                  <a:alpha val="60000"/>
                </a:srgbClr>
              </a:gs>
            </a:gsLst>
            <a:lin ang="0"/>
          </a:gra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9" name="CustomShape 2"/>
          <p:cNvSpPr/>
          <p:nvPr/>
        </p:nvSpPr>
        <p:spPr>
          <a:xfrm>
            <a:off x="0" y="233640"/>
            <a:ext cx="234000" cy="239400"/>
          </a:xfrm>
          <a:prstGeom prst="rect">
            <a:avLst/>
          </a:prstGeom>
          <a:gradFill rotWithShape="0">
            <a:gsLst>
              <a:gs pos="0">
                <a:srgbClr val="1F497D"/>
              </a:gs>
              <a:gs pos="100000">
                <a:srgbClr val="4F81BD"/>
              </a:gs>
            </a:gsLst>
            <a:lin ang="18900000"/>
          </a:gradFill>
          <a:ln w="1260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0" name="CustomShape 3"/>
          <p:cNvSpPr/>
          <p:nvPr/>
        </p:nvSpPr>
        <p:spPr>
          <a:xfrm>
            <a:off x="11272680" y="6412320"/>
            <a:ext cx="589680" cy="209520"/>
          </a:xfrm>
          <a:prstGeom prst="rect">
            <a:avLst/>
          </a:prstGeom>
          <a:noFill/>
          <a:ln w="1260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6280" tIns="26280" rIns="26280" bIns="26280" anchor="ctr">
            <a:noAutofit/>
          </a:bodyPr>
          <a:p>
            <a:pPr algn="ctr">
              <a:lnSpc>
                <a:spcPct val="100000"/>
              </a:lnSpc>
            </a:pPr>
            <a:fld id="{6C24274F-EB8D-4084-BF73-C998D0099A37}" type="slidenum">
              <a:rPr lang="ru-RU" sz="1040" b="0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&lt;номер&gt;</a:t>
            </a:fld>
            <a:endParaRPr lang="ru-RU" sz="104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91" name="Рисунок 18"/>
          <p:cNvPicPr/>
          <p:nvPr/>
        </p:nvPicPr>
        <p:blipFill>
          <a:blip r:embed="rId3"/>
          <a:stretch/>
        </p:blipFill>
        <p:spPr>
          <a:xfrm>
            <a:off x="327240" y="6297480"/>
            <a:ext cx="1203120" cy="4392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92" name="PlaceHolder 1"/>
          <p:cNvSpPr>
            <a:spLocks noGrp="1"/>
          </p:cNvSpPr>
          <p:nvPr>
            <p:ph type="title"/>
          </p:nvPr>
        </p:nvSpPr>
        <p:spPr>
          <a:xfrm>
            <a:off x="593640" y="218880"/>
            <a:ext cx="10689840" cy="12492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lnSpc>
                <a:spcPct val="100000"/>
              </a:lnSpc>
              <a:buNone/>
              <a:tabLst>
                <a:tab pos="0" algn="l"/>
              </a:tabLst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текста заглавия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3" name="PlaceHolder 2"/>
          <p:cNvSpPr>
            <a:spLocks noGrp="1"/>
          </p:cNvSpPr>
          <p:nvPr>
            <p:ph type="body"/>
          </p:nvPr>
        </p:nvSpPr>
        <p:spPr>
          <a:xfrm>
            <a:off x="593640" y="1600560"/>
            <a:ext cx="10689840" cy="39657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32000"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3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Обычный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94" name="Picture 2"/>
          <p:cNvPicPr/>
          <p:nvPr/>
        </p:nvPicPr>
        <p:blipFill>
          <a:blip r:embed="rId2"/>
          <a:srcRect l="25713" t="0" r="29850" b="0"/>
          <a:stretch/>
        </p:blipFill>
        <p:spPr>
          <a:xfrm>
            <a:off x="6599880" y="0"/>
            <a:ext cx="5275440" cy="68371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95" name="CustomShape 1"/>
          <p:cNvSpPr/>
          <p:nvPr/>
        </p:nvSpPr>
        <p:spPr>
          <a:xfrm>
            <a:off x="6595560" y="0"/>
            <a:ext cx="5281200" cy="6852600"/>
          </a:xfrm>
          <a:prstGeom prst="rect">
            <a:avLst/>
          </a:prstGeom>
          <a:gradFill rotWithShape="0">
            <a:gsLst>
              <a:gs pos="0">
                <a:srgbClr val="1F497D">
                  <a:alpha val="60000"/>
                </a:srgbClr>
              </a:gs>
              <a:gs pos="100000">
                <a:srgbClr val="1F497D">
                  <a:alpha val="60000"/>
                </a:srgbClr>
              </a:gs>
            </a:gsLst>
            <a:lin ang="0"/>
          </a:gra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6" name="CustomShape 2"/>
          <p:cNvSpPr/>
          <p:nvPr/>
        </p:nvSpPr>
        <p:spPr>
          <a:xfrm>
            <a:off x="0" y="233640"/>
            <a:ext cx="234000" cy="239400"/>
          </a:xfrm>
          <a:prstGeom prst="rect">
            <a:avLst/>
          </a:prstGeom>
          <a:gradFill rotWithShape="0">
            <a:gsLst>
              <a:gs pos="0">
                <a:srgbClr val="1F497D"/>
              </a:gs>
              <a:gs pos="100000">
                <a:srgbClr val="4F81BD"/>
              </a:gs>
            </a:gsLst>
            <a:lin ang="18900000"/>
          </a:gradFill>
          <a:ln w="1260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7" name="CustomShape 3"/>
          <p:cNvSpPr/>
          <p:nvPr/>
        </p:nvSpPr>
        <p:spPr>
          <a:xfrm>
            <a:off x="11272680" y="6412320"/>
            <a:ext cx="589680" cy="209520"/>
          </a:xfrm>
          <a:prstGeom prst="rect">
            <a:avLst/>
          </a:prstGeom>
          <a:noFill/>
          <a:ln w="1260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6280" tIns="26280" rIns="26280" bIns="26280" anchor="ctr">
            <a:noAutofit/>
          </a:bodyPr>
          <a:p>
            <a:pPr algn="ctr">
              <a:lnSpc>
                <a:spcPct val="100000"/>
              </a:lnSpc>
            </a:pPr>
            <a:fld id="{C1DDBCAB-E3CD-4DDD-A7BB-61707C359433}" type="slidenum">
              <a:rPr lang="ru-RU" sz="1040" b="0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&lt;номер&gt;</a:t>
            </a:fld>
            <a:endParaRPr lang="ru-RU" sz="104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98" name="Рисунок 18"/>
          <p:cNvPicPr/>
          <p:nvPr/>
        </p:nvPicPr>
        <p:blipFill>
          <a:blip r:embed="rId3"/>
          <a:stretch/>
        </p:blipFill>
        <p:spPr>
          <a:xfrm>
            <a:off x="327240" y="6297480"/>
            <a:ext cx="1203120" cy="4392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99" name="PlaceHolder 1"/>
          <p:cNvSpPr>
            <a:spLocks noGrp="1"/>
          </p:cNvSpPr>
          <p:nvPr>
            <p:ph type="title"/>
          </p:nvPr>
        </p:nvSpPr>
        <p:spPr>
          <a:xfrm>
            <a:off x="593640" y="218880"/>
            <a:ext cx="10689840" cy="12492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lnSpc>
                <a:spcPct val="100000"/>
              </a:lnSpc>
              <a:buNone/>
              <a:tabLst>
                <a:tab pos="0" algn="l"/>
              </a:tabLst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текста заглавия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0" name="PlaceHolder 2"/>
          <p:cNvSpPr>
            <a:spLocks noGrp="1"/>
          </p:cNvSpPr>
          <p:nvPr>
            <p:ph type="body"/>
          </p:nvPr>
        </p:nvSpPr>
        <p:spPr>
          <a:xfrm>
            <a:off x="593640" y="1600560"/>
            <a:ext cx="5216040" cy="39657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32000"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1" name="PlaceHolder 3"/>
          <p:cNvSpPr>
            <a:spLocks noGrp="1"/>
          </p:cNvSpPr>
          <p:nvPr>
            <p:ph type="body"/>
          </p:nvPr>
        </p:nvSpPr>
        <p:spPr>
          <a:xfrm>
            <a:off x="6072120" y="1600560"/>
            <a:ext cx="5216040" cy="39657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3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Обычный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2" name="Picture 2"/>
          <p:cNvPicPr/>
          <p:nvPr/>
        </p:nvPicPr>
        <p:blipFill>
          <a:blip r:embed="rId2"/>
          <a:srcRect l="25713" t="0" r="29850" b="0"/>
          <a:stretch/>
        </p:blipFill>
        <p:spPr>
          <a:xfrm>
            <a:off x="6599880" y="0"/>
            <a:ext cx="5275440" cy="68371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03" name="CustomShape 1"/>
          <p:cNvSpPr/>
          <p:nvPr/>
        </p:nvSpPr>
        <p:spPr>
          <a:xfrm>
            <a:off x="6595560" y="0"/>
            <a:ext cx="5281200" cy="6852600"/>
          </a:xfrm>
          <a:prstGeom prst="rect">
            <a:avLst/>
          </a:prstGeom>
          <a:gradFill rotWithShape="0">
            <a:gsLst>
              <a:gs pos="0">
                <a:srgbClr val="1F497D">
                  <a:alpha val="60000"/>
                </a:srgbClr>
              </a:gs>
              <a:gs pos="100000">
                <a:srgbClr val="1F497D">
                  <a:alpha val="60000"/>
                </a:srgbClr>
              </a:gs>
            </a:gsLst>
            <a:lin ang="0"/>
          </a:gra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4" name="CustomShape 2"/>
          <p:cNvSpPr/>
          <p:nvPr/>
        </p:nvSpPr>
        <p:spPr>
          <a:xfrm>
            <a:off x="0" y="233640"/>
            <a:ext cx="234000" cy="239400"/>
          </a:xfrm>
          <a:prstGeom prst="rect">
            <a:avLst/>
          </a:prstGeom>
          <a:gradFill rotWithShape="0">
            <a:gsLst>
              <a:gs pos="0">
                <a:srgbClr val="1F497D"/>
              </a:gs>
              <a:gs pos="100000">
                <a:srgbClr val="4F81BD"/>
              </a:gs>
            </a:gsLst>
            <a:lin ang="18900000"/>
          </a:gradFill>
          <a:ln w="1260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5" name="CustomShape 3"/>
          <p:cNvSpPr/>
          <p:nvPr/>
        </p:nvSpPr>
        <p:spPr>
          <a:xfrm>
            <a:off x="11272680" y="6412320"/>
            <a:ext cx="589680" cy="209520"/>
          </a:xfrm>
          <a:prstGeom prst="rect">
            <a:avLst/>
          </a:prstGeom>
          <a:noFill/>
          <a:ln w="1260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6280" tIns="26280" rIns="26280" bIns="26280" anchor="ctr">
            <a:noAutofit/>
          </a:bodyPr>
          <a:p>
            <a:pPr algn="ctr">
              <a:lnSpc>
                <a:spcPct val="100000"/>
              </a:lnSpc>
            </a:pPr>
            <a:fld id="{78A5785D-C692-46A2-9DA6-42AB0613FEFB}" type="slidenum">
              <a:rPr lang="ru-RU" sz="1040" b="0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&lt;номер&gt;</a:t>
            </a:fld>
            <a:endParaRPr lang="ru-RU" sz="104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206" name="Рисунок 18"/>
          <p:cNvPicPr/>
          <p:nvPr/>
        </p:nvPicPr>
        <p:blipFill>
          <a:blip r:embed="rId3"/>
          <a:stretch/>
        </p:blipFill>
        <p:spPr>
          <a:xfrm>
            <a:off x="327240" y="6297480"/>
            <a:ext cx="1203120" cy="4392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07" name="PlaceHolder 1"/>
          <p:cNvSpPr>
            <a:spLocks noGrp="1"/>
          </p:cNvSpPr>
          <p:nvPr>
            <p:ph type="title"/>
          </p:nvPr>
        </p:nvSpPr>
        <p:spPr>
          <a:xfrm>
            <a:off x="593640" y="218880"/>
            <a:ext cx="10689840" cy="12492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lnSpc>
                <a:spcPct val="100000"/>
              </a:lnSpc>
              <a:buNone/>
              <a:tabLst>
                <a:tab pos="0" algn="l"/>
              </a:tabLst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текста заглавия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3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Обычный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8" name="Picture 2"/>
          <p:cNvPicPr/>
          <p:nvPr/>
        </p:nvPicPr>
        <p:blipFill>
          <a:blip r:embed="rId2"/>
          <a:srcRect l="25713" t="0" r="29850" b="0"/>
          <a:stretch/>
        </p:blipFill>
        <p:spPr>
          <a:xfrm>
            <a:off x="6599880" y="0"/>
            <a:ext cx="5275440" cy="68371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09" name="CustomShape 1"/>
          <p:cNvSpPr/>
          <p:nvPr/>
        </p:nvSpPr>
        <p:spPr>
          <a:xfrm>
            <a:off x="6595560" y="0"/>
            <a:ext cx="5281200" cy="6852600"/>
          </a:xfrm>
          <a:prstGeom prst="rect">
            <a:avLst/>
          </a:prstGeom>
          <a:gradFill rotWithShape="0">
            <a:gsLst>
              <a:gs pos="0">
                <a:srgbClr val="1F497D">
                  <a:alpha val="60000"/>
                </a:srgbClr>
              </a:gs>
              <a:gs pos="100000">
                <a:srgbClr val="1F497D">
                  <a:alpha val="60000"/>
                </a:srgbClr>
              </a:gs>
            </a:gsLst>
            <a:lin ang="0"/>
          </a:gra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0" name="CustomShape 2"/>
          <p:cNvSpPr/>
          <p:nvPr/>
        </p:nvSpPr>
        <p:spPr>
          <a:xfrm>
            <a:off x="0" y="233640"/>
            <a:ext cx="234000" cy="239400"/>
          </a:xfrm>
          <a:prstGeom prst="rect">
            <a:avLst/>
          </a:prstGeom>
          <a:gradFill rotWithShape="0">
            <a:gsLst>
              <a:gs pos="0">
                <a:srgbClr val="1F497D"/>
              </a:gs>
              <a:gs pos="100000">
                <a:srgbClr val="4F81BD"/>
              </a:gs>
            </a:gsLst>
            <a:lin ang="18900000"/>
          </a:gradFill>
          <a:ln w="1260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1" name="CustomShape 3"/>
          <p:cNvSpPr/>
          <p:nvPr/>
        </p:nvSpPr>
        <p:spPr>
          <a:xfrm>
            <a:off x="11272680" y="6412320"/>
            <a:ext cx="589680" cy="209520"/>
          </a:xfrm>
          <a:prstGeom prst="rect">
            <a:avLst/>
          </a:prstGeom>
          <a:noFill/>
          <a:ln w="1260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6280" tIns="26280" rIns="26280" bIns="26280" anchor="ctr">
            <a:noAutofit/>
          </a:bodyPr>
          <a:p>
            <a:pPr algn="ctr">
              <a:lnSpc>
                <a:spcPct val="100000"/>
              </a:lnSpc>
            </a:pPr>
            <a:fld id="{7FDD6B15-57E1-4351-927B-9775DE09E648}" type="slidenum">
              <a:rPr lang="ru-RU" sz="1040" b="0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&lt;номер&gt;</a:t>
            </a:fld>
            <a:endParaRPr lang="ru-RU" sz="104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212" name="Рисунок 18"/>
          <p:cNvPicPr/>
          <p:nvPr/>
        </p:nvPicPr>
        <p:blipFill>
          <a:blip r:embed="rId3"/>
          <a:stretch/>
        </p:blipFill>
        <p:spPr>
          <a:xfrm>
            <a:off x="327240" y="6297480"/>
            <a:ext cx="1203120" cy="439200"/>
          </a:xfrm>
          <a:prstGeom prst="rect">
            <a:avLst/>
          </a:prstGeom>
          <a:noFill/>
          <a:ln w="0">
            <a:noFill/>
          </a:ln>
        </p:spPr>
      </p:pic>
    </p:spTree>
  </p:cSld>
</p:sldLayout>
</file>

<file path=ppt/slideLayouts/slideLayout3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Tx" preserve="1">
  <p:cSld name="Обычный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13" name="Picture 2"/>
          <p:cNvPicPr/>
          <p:nvPr/>
        </p:nvPicPr>
        <p:blipFill>
          <a:blip r:embed="rId2"/>
          <a:srcRect l="25713" t="0" r="29850" b="0"/>
          <a:stretch/>
        </p:blipFill>
        <p:spPr>
          <a:xfrm>
            <a:off x="6599880" y="0"/>
            <a:ext cx="5275440" cy="68371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14" name="CustomShape 1"/>
          <p:cNvSpPr/>
          <p:nvPr/>
        </p:nvSpPr>
        <p:spPr>
          <a:xfrm>
            <a:off x="6595560" y="0"/>
            <a:ext cx="5281200" cy="6852600"/>
          </a:xfrm>
          <a:prstGeom prst="rect">
            <a:avLst/>
          </a:prstGeom>
          <a:gradFill rotWithShape="0">
            <a:gsLst>
              <a:gs pos="0">
                <a:srgbClr val="1F497D">
                  <a:alpha val="60000"/>
                </a:srgbClr>
              </a:gs>
              <a:gs pos="100000">
                <a:srgbClr val="1F497D">
                  <a:alpha val="60000"/>
                </a:srgbClr>
              </a:gs>
            </a:gsLst>
            <a:lin ang="0"/>
          </a:gra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5" name="CustomShape 2"/>
          <p:cNvSpPr/>
          <p:nvPr/>
        </p:nvSpPr>
        <p:spPr>
          <a:xfrm>
            <a:off x="0" y="233640"/>
            <a:ext cx="234000" cy="239400"/>
          </a:xfrm>
          <a:prstGeom prst="rect">
            <a:avLst/>
          </a:prstGeom>
          <a:gradFill rotWithShape="0">
            <a:gsLst>
              <a:gs pos="0">
                <a:srgbClr val="1F497D"/>
              </a:gs>
              <a:gs pos="100000">
                <a:srgbClr val="4F81BD"/>
              </a:gs>
            </a:gsLst>
            <a:lin ang="18900000"/>
          </a:gradFill>
          <a:ln w="1260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6" name="CustomShape 3"/>
          <p:cNvSpPr/>
          <p:nvPr/>
        </p:nvSpPr>
        <p:spPr>
          <a:xfrm>
            <a:off x="11272680" y="6412320"/>
            <a:ext cx="589680" cy="209520"/>
          </a:xfrm>
          <a:prstGeom prst="rect">
            <a:avLst/>
          </a:prstGeom>
          <a:noFill/>
          <a:ln w="1260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6280" tIns="26280" rIns="26280" bIns="26280" anchor="ctr">
            <a:noAutofit/>
          </a:bodyPr>
          <a:p>
            <a:pPr algn="ctr">
              <a:lnSpc>
                <a:spcPct val="100000"/>
              </a:lnSpc>
            </a:pPr>
            <a:fld id="{44190FAA-7D48-43EC-B7C0-56CEDB9E9D45}" type="slidenum">
              <a:rPr lang="ru-RU" sz="1040" b="0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&lt;номер&gt;</a:t>
            </a:fld>
            <a:endParaRPr lang="ru-RU" sz="104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217" name="Рисунок 18"/>
          <p:cNvPicPr/>
          <p:nvPr/>
        </p:nvPicPr>
        <p:blipFill>
          <a:blip r:embed="rId3"/>
          <a:stretch/>
        </p:blipFill>
        <p:spPr>
          <a:xfrm>
            <a:off x="327240" y="6297480"/>
            <a:ext cx="1203120" cy="4392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18" name="PlaceHolder 1"/>
          <p:cNvSpPr>
            <a:spLocks noGrp="1"/>
          </p:cNvSpPr>
          <p:nvPr>
            <p:ph type="title"/>
          </p:nvPr>
        </p:nvSpPr>
        <p:spPr>
          <a:xfrm>
            <a:off x="593640" y="218880"/>
            <a:ext cx="10689840" cy="12492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lnSpc>
                <a:spcPct val="100000"/>
              </a:lnSpc>
              <a:buNone/>
              <a:tabLst>
                <a:tab pos="0" algn="l"/>
              </a:tabLst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текста заглавия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9" name="PlaceHolder 2"/>
          <p:cNvSpPr>
            <a:spLocks noGrp="1"/>
          </p:cNvSpPr>
          <p:nvPr>
            <p:ph type="body"/>
          </p:nvPr>
        </p:nvSpPr>
        <p:spPr>
          <a:xfrm>
            <a:off x="593640" y="1600560"/>
            <a:ext cx="5216040" cy="18910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32000"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0" name="PlaceHolder 3"/>
          <p:cNvSpPr>
            <a:spLocks noGrp="1"/>
          </p:cNvSpPr>
          <p:nvPr>
            <p:ph type="body"/>
          </p:nvPr>
        </p:nvSpPr>
        <p:spPr>
          <a:xfrm>
            <a:off x="593640" y="3672720"/>
            <a:ext cx="5216040" cy="18910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1" name="PlaceHolder 4"/>
          <p:cNvSpPr>
            <a:spLocks noGrp="1"/>
          </p:cNvSpPr>
          <p:nvPr>
            <p:ph type="body"/>
          </p:nvPr>
        </p:nvSpPr>
        <p:spPr>
          <a:xfrm>
            <a:off x="6072120" y="1600560"/>
            <a:ext cx="5216040" cy="39657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3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AndTwoObj" preserve="1">
  <p:cSld name="Обычный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22" name="Picture 2"/>
          <p:cNvPicPr/>
          <p:nvPr/>
        </p:nvPicPr>
        <p:blipFill>
          <a:blip r:embed="rId2"/>
          <a:srcRect l="25713" t="0" r="29850" b="0"/>
          <a:stretch/>
        </p:blipFill>
        <p:spPr>
          <a:xfrm>
            <a:off x="6599880" y="0"/>
            <a:ext cx="5275440" cy="68371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23" name="CustomShape 1"/>
          <p:cNvSpPr/>
          <p:nvPr/>
        </p:nvSpPr>
        <p:spPr>
          <a:xfrm>
            <a:off x="6595560" y="0"/>
            <a:ext cx="5281200" cy="6852600"/>
          </a:xfrm>
          <a:prstGeom prst="rect">
            <a:avLst/>
          </a:prstGeom>
          <a:gradFill rotWithShape="0">
            <a:gsLst>
              <a:gs pos="0">
                <a:srgbClr val="1F497D">
                  <a:alpha val="60000"/>
                </a:srgbClr>
              </a:gs>
              <a:gs pos="100000">
                <a:srgbClr val="1F497D">
                  <a:alpha val="60000"/>
                </a:srgbClr>
              </a:gs>
            </a:gsLst>
            <a:lin ang="0"/>
          </a:gra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4" name="CustomShape 2"/>
          <p:cNvSpPr/>
          <p:nvPr/>
        </p:nvSpPr>
        <p:spPr>
          <a:xfrm>
            <a:off x="0" y="233640"/>
            <a:ext cx="234000" cy="239400"/>
          </a:xfrm>
          <a:prstGeom prst="rect">
            <a:avLst/>
          </a:prstGeom>
          <a:gradFill rotWithShape="0">
            <a:gsLst>
              <a:gs pos="0">
                <a:srgbClr val="1F497D"/>
              </a:gs>
              <a:gs pos="100000">
                <a:srgbClr val="4F81BD"/>
              </a:gs>
            </a:gsLst>
            <a:lin ang="18900000"/>
          </a:gradFill>
          <a:ln w="1260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5" name="CustomShape 3"/>
          <p:cNvSpPr/>
          <p:nvPr/>
        </p:nvSpPr>
        <p:spPr>
          <a:xfrm>
            <a:off x="11272680" y="6412320"/>
            <a:ext cx="589680" cy="209520"/>
          </a:xfrm>
          <a:prstGeom prst="rect">
            <a:avLst/>
          </a:prstGeom>
          <a:noFill/>
          <a:ln w="1260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6280" tIns="26280" rIns="26280" bIns="26280" anchor="ctr">
            <a:noAutofit/>
          </a:bodyPr>
          <a:p>
            <a:pPr algn="ctr">
              <a:lnSpc>
                <a:spcPct val="100000"/>
              </a:lnSpc>
            </a:pPr>
            <a:fld id="{01E38A1C-4489-405F-A9E4-6C6CA92AEA61}" type="slidenum">
              <a:rPr lang="ru-RU" sz="1040" b="0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&lt;номер&gt;</a:t>
            </a:fld>
            <a:endParaRPr lang="ru-RU" sz="104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226" name="Рисунок 18"/>
          <p:cNvPicPr/>
          <p:nvPr/>
        </p:nvPicPr>
        <p:blipFill>
          <a:blip r:embed="rId3"/>
          <a:stretch/>
        </p:blipFill>
        <p:spPr>
          <a:xfrm>
            <a:off x="327240" y="6297480"/>
            <a:ext cx="1203120" cy="4392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27" name="PlaceHolder 1"/>
          <p:cNvSpPr>
            <a:spLocks noGrp="1"/>
          </p:cNvSpPr>
          <p:nvPr>
            <p:ph type="title"/>
          </p:nvPr>
        </p:nvSpPr>
        <p:spPr>
          <a:xfrm>
            <a:off x="593640" y="218880"/>
            <a:ext cx="10689840" cy="12492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lnSpc>
                <a:spcPct val="100000"/>
              </a:lnSpc>
              <a:buNone/>
              <a:tabLst>
                <a:tab pos="0" algn="l"/>
              </a:tabLst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текста заглавия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8" name="PlaceHolder 2"/>
          <p:cNvSpPr>
            <a:spLocks noGrp="1"/>
          </p:cNvSpPr>
          <p:nvPr>
            <p:ph type="body"/>
          </p:nvPr>
        </p:nvSpPr>
        <p:spPr>
          <a:xfrm>
            <a:off x="593640" y="1600560"/>
            <a:ext cx="5216040" cy="39657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32000"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9" name="PlaceHolder 3"/>
          <p:cNvSpPr>
            <a:spLocks noGrp="1"/>
          </p:cNvSpPr>
          <p:nvPr>
            <p:ph type="body"/>
          </p:nvPr>
        </p:nvSpPr>
        <p:spPr>
          <a:xfrm>
            <a:off x="6072120" y="1600560"/>
            <a:ext cx="5216040" cy="18910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0" name="PlaceHolder 4"/>
          <p:cNvSpPr>
            <a:spLocks noGrp="1"/>
          </p:cNvSpPr>
          <p:nvPr>
            <p:ph type="body"/>
          </p:nvPr>
        </p:nvSpPr>
        <p:spPr>
          <a:xfrm>
            <a:off x="6072120" y="3672720"/>
            <a:ext cx="5216040" cy="18910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3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Обычный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31" name="Picture 2"/>
          <p:cNvPicPr/>
          <p:nvPr/>
        </p:nvPicPr>
        <p:blipFill>
          <a:blip r:embed="rId2"/>
          <a:srcRect l="25713" t="0" r="29850" b="0"/>
          <a:stretch/>
        </p:blipFill>
        <p:spPr>
          <a:xfrm>
            <a:off x="6599880" y="0"/>
            <a:ext cx="5275440" cy="68371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32" name="CustomShape 1"/>
          <p:cNvSpPr/>
          <p:nvPr/>
        </p:nvSpPr>
        <p:spPr>
          <a:xfrm>
            <a:off x="6595560" y="0"/>
            <a:ext cx="5281200" cy="6852600"/>
          </a:xfrm>
          <a:prstGeom prst="rect">
            <a:avLst/>
          </a:prstGeom>
          <a:gradFill rotWithShape="0">
            <a:gsLst>
              <a:gs pos="0">
                <a:srgbClr val="1F497D">
                  <a:alpha val="60000"/>
                </a:srgbClr>
              </a:gs>
              <a:gs pos="100000">
                <a:srgbClr val="1F497D">
                  <a:alpha val="60000"/>
                </a:srgbClr>
              </a:gs>
            </a:gsLst>
            <a:lin ang="0"/>
          </a:gra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3" name="CustomShape 2"/>
          <p:cNvSpPr/>
          <p:nvPr/>
        </p:nvSpPr>
        <p:spPr>
          <a:xfrm>
            <a:off x="0" y="233640"/>
            <a:ext cx="234000" cy="239400"/>
          </a:xfrm>
          <a:prstGeom prst="rect">
            <a:avLst/>
          </a:prstGeom>
          <a:gradFill rotWithShape="0">
            <a:gsLst>
              <a:gs pos="0">
                <a:srgbClr val="1F497D"/>
              </a:gs>
              <a:gs pos="100000">
                <a:srgbClr val="4F81BD"/>
              </a:gs>
            </a:gsLst>
            <a:lin ang="18900000"/>
          </a:gradFill>
          <a:ln w="1260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4" name="CustomShape 3"/>
          <p:cNvSpPr/>
          <p:nvPr/>
        </p:nvSpPr>
        <p:spPr>
          <a:xfrm>
            <a:off x="11272680" y="6412320"/>
            <a:ext cx="589680" cy="209520"/>
          </a:xfrm>
          <a:prstGeom prst="rect">
            <a:avLst/>
          </a:prstGeom>
          <a:noFill/>
          <a:ln w="1260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6280" tIns="26280" rIns="26280" bIns="26280" anchor="ctr">
            <a:noAutofit/>
          </a:bodyPr>
          <a:p>
            <a:pPr algn="ctr">
              <a:lnSpc>
                <a:spcPct val="100000"/>
              </a:lnSpc>
            </a:pPr>
            <a:fld id="{3D0DDE86-FA78-4635-BEEC-0B6A022B8394}" type="slidenum">
              <a:rPr lang="ru-RU" sz="1040" b="0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&lt;номер&gt;</a:t>
            </a:fld>
            <a:endParaRPr lang="ru-RU" sz="104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235" name="Рисунок 18"/>
          <p:cNvPicPr/>
          <p:nvPr/>
        </p:nvPicPr>
        <p:blipFill>
          <a:blip r:embed="rId3"/>
          <a:stretch/>
        </p:blipFill>
        <p:spPr>
          <a:xfrm>
            <a:off x="327240" y="6297480"/>
            <a:ext cx="1203120" cy="4392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36" name="PlaceHolder 1"/>
          <p:cNvSpPr>
            <a:spLocks noGrp="1"/>
          </p:cNvSpPr>
          <p:nvPr>
            <p:ph type="title"/>
          </p:nvPr>
        </p:nvSpPr>
        <p:spPr>
          <a:xfrm>
            <a:off x="593640" y="218880"/>
            <a:ext cx="10689840" cy="12492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lnSpc>
                <a:spcPct val="100000"/>
              </a:lnSpc>
              <a:buNone/>
              <a:tabLst>
                <a:tab pos="0" algn="l"/>
              </a:tabLst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текста заглавия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7" name="PlaceHolder 2"/>
          <p:cNvSpPr>
            <a:spLocks noGrp="1"/>
          </p:cNvSpPr>
          <p:nvPr>
            <p:ph type="body"/>
          </p:nvPr>
        </p:nvSpPr>
        <p:spPr>
          <a:xfrm>
            <a:off x="593640" y="1600560"/>
            <a:ext cx="5216040" cy="18910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32000"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8" name="PlaceHolder 3"/>
          <p:cNvSpPr>
            <a:spLocks noGrp="1"/>
          </p:cNvSpPr>
          <p:nvPr>
            <p:ph type="body"/>
          </p:nvPr>
        </p:nvSpPr>
        <p:spPr>
          <a:xfrm>
            <a:off x="6072120" y="1600560"/>
            <a:ext cx="5216040" cy="18910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9" name="PlaceHolder 4"/>
          <p:cNvSpPr>
            <a:spLocks noGrp="1"/>
          </p:cNvSpPr>
          <p:nvPr>
            <p:ph type="body"/>
          </p:nvPr>
        </p:nvSpPr>
        <p:spPr>
          <a:xfrm>
            <a:off x="593640" y="3672720"/>
            <a:ext cx="10689840" cy="18910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3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Обычный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40" name="Picture 2"/>
          <p:cNvPicPr/>
          <p:nvPr/>
        </p:nvPicPr>
        <p:blipFill>
          <a:blip r:embed="rId2"/>
          <a:srcRect l="25713" t="0" r="29850" b="0"/>
          <a:stretch/>
        </p:blipFill>
        <p:spPr>
          <a:xfrm>
            <a:off x="6599880" y="0"/>
            <a:ext cx="5275440" cy="68371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41" name="CustomShape 1"/>
          <p:cNvSpPr/>
          <p:nvPr/>
        </p:nvSpPr>
        <p:spPr>
          <a:xfrm>
            <a:off x="6595560" y="0"/>
            <a:ext cx="5281200" cy="6852600"/>
          </a:xfrm>
          <a:prstGeom prst="rect">
            <a:avLst/>
          </a:prstGeom>
          <a:gradFill rotWithShape="0">
            <a:gsLst>
              <a:gs pos="0">
                <a:srgbClr val="1F497D">
                  <a:alpha val="60000"/>
                </a:srgbClr>
              </a:gs>
              <a:gs pos="100000">
                <a:srgbClr val="1F497D">
                  <a:alpha val="60000"/>
                </a:srgbClr>
              </a:gs>
            </a:gsLst>
            <a:lin ang="0"/>
          </a:gra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2" name="CustomShape 2"/>
          <p:cNvSpPr/>
          <p:nvPr/>
        </p:nvSpPr>
        <p:spPr>
          <a:xfrm>
            <a:off x="0" y="233640"/>
            <a:ext cx="234000" cy="239400"/>
          </a:xfrm>
          <a:prstGeom prst="rect">
            <a:avLst/>
          </a:prstGeom>
          <a:gradFill rotWithShape="0">
            <a:gsLst>
              <a:gs pos="0">
                <a:srgbClr val="1F497D"/>
              </a:gs>
              <a:gs pos="100000">
                <a:srgbClr val="4F81BD"/>
              </a:gs>
            </a:gsLst>
            <a:lin ang="18900000"/>
          </a:gradFill>
          <a:ln w="1260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3" name="CustomShape 3"/>
          <p:cNvSpPr/>
          <p:nvPr/>
        </p:nvSpPr>
        <p:spPr>
          <a:xfrm>
            <a:off x="11272680" y="6412320"/>
            <a:ext cx="589680" cy="209520"/>
          </a:xfrm>
          <a:prstGeom prst="rect">
            <a:avLst/>
          </a:prstGeom>
          <a:noFill/>
          <a:ln w="1260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6280" tIns="26280" rIns="26280" bIns="26280" anchor="ctr">
            <a:noAutofit/>
          </a:bodyPr>
          <a:p>
            <a:pPr algn="ctr">
              <a:lnSpc>
                <a:spcPct val="100000"/>
              </a:lnSpc>
            </a:pPr>
            <a:fld id="{BBBBE835-C892-4175-9F0F-A1072AEE3F19}" type="slidenum">
              <a:rPr lang="ru-RU" sz="1040" b="0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&lt;номер&gt;</a:t>
            </a:fld>
            <a:endParaRPr lang="ru-RU" sz="104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244" name="Рисунок 18"/>
          <p:cNvPicPr/>
          <p:nvPr/>
        </p:nvPicPr>
        <p:blipFill>
          <a:blip r:embed="rId3"/>
          <a:stretch/>
        </p:blipFill>
        <p:spPr>
          <a:xfrm>
            <a:off x="327240" y="6297480"/>
            <a:ext cx="1203120" cy="4392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45" name="PlaceHolder 1"/>
          <p:cNvSpPr>
            <a:spLocks noGrp="1"/>
          </p:cNvSpPr>
          <p:nvPr>
            <p:ph type="title"/>
          </p:nvPr>
        </p:nvSpPr>
        <p:spPr>
          <a:xfrm>
            <a:off x="593640" y="218880"/>
            <a:ext cx="10689840" cy="12492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lnSpc>
                <a:spcPct val="100000"/>
              </a:lnSpc>
              <a:buNone/>
              <a:tabLst>
                <a:tab pos="0" algn="l"/>
              </a:tabLst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текста заглавия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6" name="PlaceHolder 2"/>
          <p:cNvSpPr>
            <a:spLocks noGrp="1"/>
          </p:cNvSpPr>
          <p:nvPr>
            <p:ph type="body"/>
          </p:nvPr>
        </p:nvSpPr>
        <p:spPr>
          <a:xfrm>
            <a:off x="593640" y="1600560"/>
            <a:ext cx="10689840" cy="18910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32000"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7" name="PlaceHolder 3"/>
          <p:cNvSpPr>
            <a:spLocks noGrp="1"/>
          </p:cNvSpPr>
          <p:nvPr>
            <p:ph type="body"/>
          </p:nvPr>
        </p:nvSpPr>
        <p:spPr>
          <a:xfrm>
            <a:off x="593640" y="3672720"/>
            <a:ext cx="10689840" cy="18910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3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Обычный 2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CustomShape 1"/>
          <p:cNvSpPr/>
          <p:nvPr/>
        </p:nvSpPr>
        <p:spPr>
          <a:xfrm>
            <a:off x="0" y="233640"/>
            <a:ext cx="234000" cy="239400"/>
          </a:xfrm>
          <a:prstGeom prst="rect">
            <a:avLst/>
          </a:prstGeom>
          <a:gradFill rotWithShape="0">
            <a:gsLst>
              <a:gs pos="0">
                <a:srgbClr val="1F497D"/>
              </a:gs>
              <a:gs pos="100000">
                <a:srgbClr val="4F81BD"/>
              </a:gs>
            </a:gsLst>
            <a:lin ang="18900000"/>
          </a:gradFill>
          <a:ln w="1260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9" name="CustomShape 2"/>
          <p:cNvSpPr/>
          <p:nvPr/>
        </p:nvSpPr>
        <p:spPr>
          <a:xfrm>
            <a:off x="11272680" y="6412320"/>
            <a:ext cx="589680" cy="209520"/>
          </a:xfrm>
          <a:prstGeom prst="rect">
            <a:avLst/>
          </a:prstGeom>
          <a:noFill/>
          <a:ln w="1260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6280" tIns="26280" rIns="26280" bIns="26280" anchor="ctr">
            <a:noAutofit/>
          </a:bodyPr>
          <a:p>
            <a:pPr algn="ctr">
              <a:lnSpc>
                <a:spcPct val="100000"/>
              </a:lnSpc>
            </a:pPr>
            <a:fld id="{4D3010A0-418A-442A-B0A8-B3EAAAC15E3C}" type="slidenum">
              <a:rPr lang="ru-RU" sz="1040" b="0" u="none" strike="noStrike">
                <a:solidFill>
                  <a:srgbClr val="14B4C8"/>
                </a:solidFill>
                <a:effectLst/>
                <a:uFillTx/>
                <a:latin typeface="Arial"/>
                <a:ea typeface="Arial"/>
              </a:rPr>
              <a:t>&lt;номер&gt;</a:t>
            </a:fld>
            <a:endParaRPr lang="ru-RU" sz="104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250" name="Рисунок 8"/>
          <p:cNvPicPr/>
          <p:nvPr/>
        </p:nvPicPr>
        <p:blipFill>
          <a:blip r:embed="rId2"/>
          <a:stretch/>
        </p:blipFill>
        <p:spPr>
          <a:xfrm>
            <a:off x="327240" y="6310440"/>
            <a:ext cx="1203120" cy="4392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51" name="PlaceHolder 1"/>
          <p:cNvSpPr>
            <a:spLocks noGrp="1"/>
          </p:cNvSpPr>
          <p:nvPr>
            <p:ph type="title"/>
          </p:nvPr>
        </p:nvSpPr>
        <p:spPr>
          <a:xfrm>
            <a:off x="593640" y="218880"/>
            <a:ext cx="10689840" cy="12492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lnSpc>
                <a:spcPct val="100000"/>
              </a:lnSpc>
              <a:buNone/>
              <a:tabLst>
                <a:tab pos="0" algn="l"/>
              </a:tabLst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текста заглавия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2" name="PlaceHolder 2"/>
          <p:cNvSpPr>
            <a:spLocks noGrp="1"/>
          </p:cNvSpPr>
          <p:nvPr>
            <p:ph type="body"/>
          </p:nvPr>
        </p:nvSpPr>
        <p:spPr>
          <a:xfrm>
            <a:off x="593640" y="1600560"/>
            <a:ext cx="10689840" cy="39657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32000"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3" name="PlaceHolder 3"/>
          <p:cNvSpPr>
            <a:spLocks noGrp="1"/>
          </p:cNvSpPr>
          <p:nvPr>
            <p:ph type="body"/>
          </p:nvPr>
        </p:nvSpPr>
        <p:spPr>
          <a:xfrm>
            <a:off x="593640" y="1600560"/>
            <a:ext cx="10689840" cy="39657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254" name=""/>
          <p:cNvPicPr/>
          <p:nvPr/>
        </p:nvPicPr>
        <p:blipFill>
          <a:blip r:embed="rId3"/>
          <a:stretch/>
        </p:blipFill>
        <p:spPr>
          <a:xfrm>
            <a:off x="3453120" y="1600200"/>
            <a:ext cx="4970520" cy="396576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255" name=""/>
          <p:cNvPicPr/>
          <p:nvPr/>
        </p:nvPicPr>
        <p:blipFill>
          <a:blip r:embed="rId4"/>
          <a:stretch/>
        </p:blipFill>
        <p:spPr>
          <a:xfrm>
            <a:off x="3453120" y="1600200"/>
            <a:ext cx="4970520" cy="3965760"/>
          </a:xfrm>
          <a:prstGeom prst="rect">
            <a:avLst/>
          </a:prstGeom>
          <a:noFill/>
          <a:ln w="0">
            <a:noFill/>
          </a:ln>
        </p:spPr>
      </p:pic>
    </p:spTree>
  </p:cSld>
</p:sldLayout>
</file>

<file path=ppt/slideLayouts/slideLayout3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Обычный 2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6" name="CustomShape 1"/>
          <p:cNvSpPr/>
          <p:nvPr/>
        </p:nvSpPr>
        <p:spPr>
          <a:xfrm>
            <a:off x="0" y="233640"/>
            <a:ext cx="234000" cy="239400"/>
          </a:xfrm>
          <a:prstGeom prst="rect">
            <a:avLst/>
          </a:prstGeom>
          <a:gradFill rotWithShape="0">
            <a:gsLst>
              <a:gs pos="0">
                <a:srgbClr val="1F497D"/>
              </a:gs>
              <a:gs pos="100000">
                <a:srgbClr val="4F81BD"/>
              </a:gs>
            </a:gsLst>
            <a:lin ang="18900000"/>
          </a:gradFill>
          <a:ln w="1260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7" name="CustomShape 2"/>
          <p:cNvSpPr/>
          <p:nvPr/>
        </p:nvSpPr>
        <p:spPr>
          <a:xfrm>
            <a:off x="11272680" y="6412320"/>
            <a:ext cx="589680" cy="209520"/>
          </a:xfrm>
          <a:prstGeom prst="rect">
            <a:avLst/>
          </a:prstGeom>
          <a:noFill/>
          <a:ln w="1260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6280" tIns="26280" rIns="26280" bIns="26280" anchor="ctr">
            <a:noAutofit/>
          </a:bodyPr>
          <a:p>
            <a:pPr algn="ctr">
              <a:lnSpc>
                <a:spcPct val="100000"/>
              </a:lnSpc>
            </a:pPr>
            <a:fld id="{F1D2CCEC-8C94-43E1-9641-39CDF90288B8}" type="slidenum">
              <a:rPr lang="ru-RU" sz="1040" b="0" u="none" strike="noStrike">
                <a:solidFill>
                  <a:srgbClr val="14B4C8"/>
                </a:solidFill>
                <a:effectLst/>
                <a:uFillTx/>
                <a:latin typeface="Arial"/>
                <a:ea typeface="Arial"/>
              </a:rPr>
              <a:t>&lt;номер&gt;</a:t>
            </a:fld>
            <a:endParaRPr lang="ru-RU" sz="104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258" name="Рисунок 8"/>
          <p:cNvPicPr/>
          <p:nvPr/>
        </p:nvPicPr>
        <p:blipFill>
          <a:blip r:embed="rId2"/>
          <a:stretch/>
        </p:blipFill>
        <p:spPr>
          <a:xfrm>
            <a:off x="327240" y="6310440"/>
            <a:ext cx="1203120" cy="4392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59" name="PlaceHolder 1"/>
          <p:cNvSpPr>
            <a:spLocks noGrp="1"/>
          </p:cNvSpPr>
          <p:nvPr>
            <p:ph type="title"/>
          </p:nvPr>
        </p:nvSpPr>
        <p:spPr>
          <a:xfrm>
            <a:off x="593640" y="272880"/>
            <a:ext cx="10690200" cy="11412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lnSpc>
                <a:spcPct val="100000"/>
              </a:lnSpc>
              <a:buNone/>
              <a:tabLst>
                <a:tab pos="0" algn="l"/>
              </a:tabLst>
              <a:defRPr lang="ru-RU" sz="4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ru-RU" sz="4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текста заглавия щёлкните мышью</a:t>
            </a:r>
            <a:endParaRPr lang="ru-RU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0" name="PlaceHolder 2"/>
          <p:cNvSpPr>
            <a:spLocks noGrp="1"/>
          </p:cNvSpPr>
          <p:nvPr>
            <p:ph type="body"/>
          </p:nvPr>
        </p:nvSpPr>
        <p:spPr>
          <a:xfrm>
            <a:off x="593640" y="1600560"/>
            <a:ext cx="10690200" cy="39661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32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2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2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32000"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3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2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2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3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Обычный 3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1" name="CustomShape 1"/>
          <p:cNvSpPr/>
          <p:nvPr/>
        </p:nvSpPr>
        <p:spPr>
          <a:xfrm>
            <a:off x="0" y="233640"/>
            <a:ext cx="234000" cy="239400"/>
          </a:xfrm>
          <a:prstGeom prst="rect">
            <a:avLst/>
          </a:prstGeom>
          <a:gradFill rotWithShape="0">
            <a:gsLst>
              <a:gs pos="0">
                <a:srgbClr val="1F497D"/>
              </a:gs>
              <a:gs pos="100000">
                <a:srgbClr val="4F81BD"/>
              </a:gs>
            </a:gsLst>
            <a:lin ang="18900000"/>
          </a:gradFill>
          <a:ln w="1260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2" name="CustomShape 2"/>
          <p:cNvSpPr/>
          <p:nvPr/>
        </p:nvSpPr>
        <p:spPr>
          <a:xfrm>
            <a:off x="11272680" y="6412320"/>
            <a:ext cx="589680" cy="209520"/>
          </a:xfrm>
          <a:prstGeom prst="rect">
            <a:avLst/>
          </a:prstGeom>
          <a:noFill/>
          <a:ln w="1260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6280" tIns="26280" rIns="26280" bIns="26280" anchor="ctr">
            <a:noAutofit/>
          </a:bodyPr>
          <a:p>
            <a:pPr algn="ctr">
              <a:lnSpc>
                <a:spcPct val="100000"/>
              </a:lnSpc>
            </a:pPr>
            <a:fld id="{D5B7EBC6-E154-4FC0-A749-F421FB18A93E}" type="slidenum">
              <a:rPr lang="ru-RU" sz="1040" b="0" u="none" strike="noStrike">
                <a:solidFill>
                  <a:srgbClr val="14B4C8"/>
                </a:solidFill>
                <a:effectLst/>
                <a:uFillTx/>
                <a:latin typeface="Arial"/>
                <a:ea typeface="Arial"/>
              </a:rPr>
              <a:t>&lt;номер&gt;</a:t>
            </a:fld>
            <a:endParaRPr lang="ru-RU" sz="104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263" name="Рисунок 8"/>
          <p:cNvPicPr/>
          <p:nvPr/>
        </p:nvPicPr>
        <p:blipFill>
          <a:blip r:embed="rId2"/>
          <a:stretch/>
        </p:blipFill>
        <p:spPr>
          <a:xfrm>
            <a:off x="327240" y="6310440"/>
            <a:ext cx="1203120" cy="4392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64" name="PlaceHolder 1"/>
          <p:cNvSpPr>
            <a:spLocks noGrp="1"/>
          </p:cNvSpPr>
          <p:nvPr>
            <p:ph type="title"/>
          </p:nvPr>
        </p:nvSpPr>
        <p:spPr>
          <a:xfrm>
            <a:off x="593640" y="218880"/>
            <a:ext cx="10689840" cy="12492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lnSpc>
                <a:spcPct val="100000"/>
              </a:lnSpc>
              <a:buNone/>
              <a:tabLst>
                <a:tab pos="0" algn="l"/>
              </a:tabLst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текста заглавия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4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Обычный 3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5" name="CustomShape 1"/>
          <p:cNvSpPr/>
          <p:nvPr/>
        </p:nvSpPr>
        <p:spPr>
          <a:xfrm>
            <a:off x="0" y="233640"/>
            <a:ext cx="234000" cy="239400"/>
          </a:xfrm>
          <a:prstGeom prst="rect">
            <a:avLst/>
          </a:prstGeom>
          <a:gradFill rotWithShape="0">
            <a:gsLst>
              <a:gs pos="0">
                <a:srgbClr val="1F497D"/>
              </a:gs>
              <a:gs pos="100000">
                <a:srgbClr val="4F81BD"/>
              </a:gs>
            </a:gsLst>
            <a:lin ang="18900000"/>
          </a:gradFill>
          <a:ln w="1260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6" name="CustomShape 2"/>
          <p:cNvSpPr/>
          <p:nvPr/>
        </p:nvSpPr>
        <p:spPr>
          <a:xfrm>
            <a:off x="11272680" y="6412320"/>
            <a:ext cx="589680" cy="209520"/>
          </a:xfrm>
          <a:prstGeom prst="rect">
            <a:avLst/>
          </a:prstGeom>
          <a:noFill/>
          <a:ln w="1260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6280" tIns="26280" rIns="26280" bIns="26280" anchor="ctr">
            <a:noAutofit/>
          </a:bodyPr>
          <a:p>
            <a:pPr algn="ctr">
              <a:lnSpc>
                <a:spcPct val="100000"/>
              </a:lnSpc>
            </a:pPr>
            <a:fld id="{3EB35B54-E390-4BFF-9357-4BA4365C26A5}" type="slidenum">
              <a:rPr lang="ru-RU" sz="1040" b="0" u="none" strike="noStrike">
                <a:solidFill>
                  <a:srgbClr val="14B4C8"/>
                </a:solidFill>
                <a:effectLst/>
                <a:uFillTx/>
                <a:latin typeface="Arial"/>
                <a:ea typeface="Arial"/>
              </a:rPr>
              <a:t>&lt;номер&gt;</a:t>
            </a:fld>
            <a:endParaRPr lang="ru-RU" sz="104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267" name="Рисунок 8"/>
          <p:cNvPicPr/>
          <p:nvPr/>
        </p:nvPicPr>
        <p:blipFill>
          <a:blip r:embed="rId2"/>
          <a:stretch/>
        </p:blipFill>
        <p:spPr>
          <a:xfrm>
            <a:off x="327240" y="6310440"/>
            <a:ext cx="1203120" cy="4392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68" name="PlaceHolder 1"/>
          <p:cNvSpPr>
            <a:spLocks noGrp="1"/>
          </p:cNvSpPr>
          <p:nvPr>
            <p:ph type="title"/>
          </p:nvPr>
        </p:nvSpPr>
        <p:spPr>
          <a:xfrm>
            <a:off x="593640" y="218880"/>
            <a:ext cx="10689840" cy="12492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lnSpc>
                <a:spcPct val="100000"/>
              </a:lnSpc>
              <a:buNone/>
              <a:tabLst>
                <a:tab pos="0" algn="l"/>
              </a:tabLst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текста заглавия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9" name="PlaceHolder 2"/>
          <p:cNvSpPr>
            <a:spLocks noGrp="1"/>
          </p:cNvSpPr>
          <p:nvPr>
            <p:ph type="body"/>
          </p:nvPr>
        </p:nvSpPr>
        <p:spPr>
          <a:xfrm>
            <a:off x="593640" y="1600560"/>
            <a:ext cx="10689840" cy="39657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32000"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4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1_Обычный 2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0" name="CustomShape 1"/>
          <p:cNvSpPr/>
          <p:nvPr/>
        </p:nvSpPr>
        <p:spPr>
          <a:xfrm>
            <a:off x="0" y="233640"/>
            <a:ext cx="234000" cy="239400"/>
          </a:xfrm>
          <a:prstGeom prst="rect">
            <a:avLst/>
          </a:prstGeom>
          <a:gradFill rotWithShape="0">
            <a:gsLst>
              <a:gs pos="0">
                <a:srgbClr val="1F497D"/>
              </a:gs>
              <a:gs pos="100000">
                <a:srgbClr val="4F81BD"/>
              </a:gs>
            </a:gsLst>
            <a:lin ang="18900000"/>
          </a:gradFill>
          <a:ln w="1260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1" name="CustomShape 2"/>
          <p:cNvSpPr/>
          <p:nvPr/>
        </p:nvSpPr>
        <p:spPr>
          <a:xfrm>
            <a:off x="11272680" y="6412320"/>
            <a:ext cx="589680" cy="209520"/>
          </a:xfrm>
          <a:prstGeom prst="rect">
            <a:avLst/>
          </a:prstGeom>
          <a:noFill/>
          <a:ln w="1260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6280" tIns="26280" rIns="26280" bIns="26280" anchor="ctr">
            <a:noAutofit/>
          </a:bodyPr>
          <a:p>
            <a:pPr algn="ctr">
              <a:lnSpc>
                <a:spcPct val="100000"/>
              </a:lnSpc>
            </a:pPr>
            <a:fld id="{0DE80A0C-1AA9-4F49-8053-0BFB707705A1}" type="slidenum">
              <a:rPr lang="ru-RU" sz="1040" b="0" u="none" strike="noStrike">
                <a:solidFill>
                  <a:srgbClr val="14B4C8"/>
                </a:solidFill>
                <a:effectLst/>
                <a:uFillTx/>
                <a:latin typeface="Arial"/>
                <a:ea typeface="Arial"/>
              </a:rPr>
              <a:t>&lt;номер&gt;</a:t>
            </a:fld>
            <a:endParaRPr lang="ru-RU" sz="104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272" name="Рисунок 8"/>
          <p:cNvPicPr/>
          <p:nvPr/>
        </p:nvPicPr>
        <p:blipFill>
          <a:blip r:embed="rId2"/>
          <a:stretch/>
        </p:blipFill>
        <p:spPr>
          <a:xfrm>
            <a:off x="327240" y="6310440"/>
            <a:ext cx="1203120" cy="4392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73" name="PlaceHolder 1"/>
          <p:cNvSpPr>
            <a:spLocks noGrp="1"/>
          </p:cNvSpPr>
          <p:nvPr>
            <p:ph type="title"/>
          </p:nvPr>
        </p:nvSpPr>
        <p:spPr>
          <a:xfrm>
            <a:off x="593640" y="272880"/>
            <a:ext cx="10690200" cy="11412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lnSpc>
                <a:spcPct val="100000"/>
              </a:lnSpc>
              <a:buNone/>
              <a:tabLst>
                <a:tab pos="0" algn="l"/>
              </a:tabLst>
              <a:defRPr lang="ru-RU" sz="4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ru-RU" sz="4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текста заглавия щёлкните мышью</a:t>
            </a:r>
            <a:endParaRPr lang="ru-RU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4" name="PlaceHolder 2"/>
          <p:cNvSpPr>
            <a:spLocks noGrp="1"/>
          </p:cNvSpPr>
          <p:nvPr>
            <p:ph type="body"/>
          </p:nvPr>
        </p:nvSpPr>
        <p:spPr>
          <a:xfrm>
            <a:off x="593640" y="1600560"/>
            <a:ext cx="10690200" cy="39661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32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2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2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32000"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3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2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2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4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Обычный 3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5" name="CustomShape 1"/>
          <p:cNvSpPr/>
          <p:nvPr/>
        </p:nvSpPr>
        <p:spPr>
          <a:xfrm>
            <a:off x="0" y="233640"/>
            <a:ext cx="234000" cy="239400"/>
          </a:xfrm>
          <a:prstGeom prst="rect">
            <a:avLst/>
          </a:prstGeom>
          <a:gradFill rotWithShape="0">
            <a:gsLst>
              <a:gs pos="0">
                <a:srgbClr val="1F497D"/>
              </a:gs>
              <a:gs pos="100000">
                <a:srgbClr val="4F81BD"/>
              </a:gs>
            </a:gsLst>
            <a:lin ang="18900000"/>
          </a:gradFill>
          <a:ln w="1260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6" name="CustomShape 2"/>
          <p:cNvSpPr/>
          <p:nvPr/>
        </p:nvSpPr>
        <p:spPr>
          <a:xfrm>
            <a:off x="11272680" y="6412320"/>
            <a:ext cx="589680" cy="209520"/>
          </a:xfrm>
          <a:prstGeom prst="rect">
            <a:avLst/>
          </a:prstGeom>
          <a:noFill/>
          <a:ln w="1260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6280" tIns="26280" rIns="26280" bIns="26280" anchor="ctr">
            <a:noAutofit/>
          </a:bodyPr>
          <a:p>
            <a:pPr algn="ctr">
              <a:lnSpc>
                <a:spcPct val="100000"/>
              </a:lnSpc>
            </a:pPr>
            <a:fld id="{3268E65C-F9CC-4FF8-9E88-729C14995F36}" type="slidenum">
              <a:rPr lang="ru-RU" sz="1040" b="0" u="none" strike="noStrike">
                <a:solidFill>
                  <a:srgbClr val="14B4C8"/>
                </a:solidFill>
                <a:effectLst/>
                <a:uFillTx/>
                <a:latin typeface="Arial"/>
                <a:ea typeface="Arial"/>
              </a:rPr>
              <a:t>&lt;номер&gt;</a:t>
            </a:fld>
            <a:endParaRPr lang="ru-RU" sz="104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277" name="Рисунок 8"/>
          <p:cNvPicPr/>
          <p:nvPr/>
        </p:nvPicPr>
        <p:blipFill>
          <a:blip r:embed="rId2"/>
          <a:stretch/>
        </p:blipFill>
        <p:spPr>
          <a:xfrm>
            <a:off x="327240" y="6310440"/>
            <a:ext cx="1203120" cy="4392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78" name="PlaceHolder 1"/>
          <p:cNvSpPr>
            <a:spLocks noGrp="1"/>
          </p:cNvSpPr>
          <p:nvPr>
            <p:ph type="title"/>
          </p:nvPr>
        </p:nvSpPr>
        <p:spPr>
          <a:xfrm>
            <a:off x="593640" y="218880"/>
            <a:ext cx="10689840" cy="12492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lnSpc>
                <a:spcPct val="100000"/>
              </a:lnSpc>
              <a:buNone/>
              <a:tabLst>
                <a:tab pos="0" algn="l"/>
              </a:tabLst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текста заглавия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9" name="PlaceHolder 2"/>
          <p:cNvSpPr>
            <a:spLocks noGrp="1"/>
          </p:cNvSpPr>
          <p:nvPr>
            <p:ph type="body"/>
          </p:nvPr>
        </p:nvSpPr>
        <p:spPr>
          <a:xfrm>
            <a:off x="593640" y="1600560"/>
            <a:ext cx="5216040" cy="39657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32000"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0" name="PlaceHolder 3"/>
          <p:cNvSpPr>
            <a:spLocks noGrp="1"/>
          </p:cNvSpPr>
          <p:nvPr>
            <p:ph type="body"/>
          </p:nvPr>
        </p:nvSpPr>
        <p:spPr>
          <a:xfrm>
            <a:off x="6072120" y="1600560"/>
            <a:ext cx="5216040" cy="39657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4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Обычный 3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1" name="CustomShape 1"/>
          <p:cNvSpPr/>
          <p:nvPr/>
        </p:nvSpPr>
        <p:spPr>
          <a:xfrm>
            <a:off x="0" y="233640"/>
            <a:ext cx="234000" cy="239400"/>
          </a:xfrm>
          <a:prstGeom prst="rect">
            <a:avLst/>
          </a:prstGeom>
          <a:gradFill rotWithShape="0">
            <a:gsLst>
              <a:gs pos="0">
                <a:srgbClr val="1F497D"/>
              </a:gs>
              <a:gs pos="100000">
                <a:srgbClr val="4F81BD"/>
              </a:gs>
            </a:gsLst>
            <a:lin ang="18900000"/>
          </a:gradFill>
          <a:ln w="1260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2" name="CustomShape 2"/>
          <p:cNvSpPr/>
          <p:nvPr/>
        </p:nvSpPr>
        <p:spPr>
          <a:xfrm>
            <a:off x="11272680" y="6412320"/>
            <a:ext cx="589680" cy="209520"/>
          </a:xfrm>
          <a:prstGeom prst="rect">
            <a:avLst/>
          </a:prstGeom>
          <a:noFill/>
          <a:ln w="1260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6280" tIns="26280" rIns="26280" bIns="26280" anchor="ctr">
            <a:noAutofit/>
          </a:bodyPr>
          <a:p>
            <a:pPr algn="ctr">
              <a:lnSpc>
                <a:spcPct val="100000"/>
              </a:lnSpc>
            </a:pPr>
            <a:fld id="{C297577A-4B5B-488F-B663-F3790598C6FC}" type="slidenum">
              <a:rPr lang="ru-RU" sz="1040" b="0" u="none" strike="noStrike">
                <a:solidFill>
                  <a:srgbClr val="14B4C8"/>
                </a:solidFill>
                <a:effectLst/>
                <a:uFillTx/>
                <a:latin typeface="Arial"/>
                <a:ea typeface="Arial"/>
              </a:rPr>
              <a:t>&lt;номер&gt;</a:t>
            </a:fld>
            <a:endParaRPr lang="ru-RU" sz="104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283" name="Рисунок 8"/>
          <p:cNvPicPr/>
          <p:nvPr/>
        </p:nvPicPr>
        <p:blipFill>
          <a:blip r:embed="rId2"/>
          <a:stretch/>
        </p:blipFill>
        <p:spPr>
          <a:xfrm>
            <a:off x="327240" y="6310440"/>
            <a:ext cx="1203120" cy="4392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84" name="PlaceHolder 1"/>
          <p:cNvSpPr>
            <a:spLocks noGrp="1"/>
          </p:cNvSpPr>
          <p:nvPr>
            <p:ph type="title"/>
          </p:nvPr>
        </p:nvSpPr>
        <p:spPr>
          <a:xfrm>
            <a:off x="593640" y="218880"/>
            <a:ext cx="10689840" cy="12492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lnSpc>
                <a:spcPct val="100000"/>
              </a:lnSpc>
              <a:buNone/>
              <a:tabLst>
                <a:tab pos="0" algn="l"/>
              </a:tabLst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текста заглавия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4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Обычный 3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CustomShape 1"/>
          <p:cNvSpPr/>
          <p:nvPr/>
        </p:nvSpPr>
        <p:spPr>
          <a:xfrm>
            <a:off x="0" y="233640"/>
            <a:ext cx="234000" cy="239400"/>
          </a:xfrm>
          <a:prstGeom prst="rect">
            <a:avLst/>
          </a:prstGeom>
          <a:gradFill rotWithShape="0">
            <a:gsLst>
              <a:gs pos="0">
                <a:srgbClr val="1F497D"/>
              </a:gs>
              <a:gs pos="100000">
                <a:srgbClr val="4F81BD"/>
              </a:gs>
            </a:gsLst>
            <a:lin ang="18900000"/>
          </a:gradFill>
          <a:ln w="1260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6" name="CustomShape 2"/>
          <p:cNvSpPr/>
          <p:nvPr/>
        </p:nvSpPr>
        <p:spPr>
          <a:xfrm>
            <a:off x="11272680" y="6412320"/>
            <a:ext cx="589680" cy="209520"/>
          </a:xfrm>
          <a:prstGeom prst="rect">
            <a:avLst/>
          </a:prstGeom>
          <a:noFill/>
          <a:ln w="1260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6280" tIns="26280" rIns="26280" bIns="26280" anchor="ctr">
            <a:noAutofit/>
          </a:bodyPr>
          <a:p>
            <a:pPr algn="ctr">
              <a:lnSpc>
                <a:spcPct val="100000"/>
              </a:lnSpc>
            </a:pPr>
            <a:fld id="{DA01DA17-2CA0-4FD4-B696-844754031086}" type="slidenum">
              <a:rPr lang="ru-RU" sz="1040" b="0" u="none" strike="noStrike">
                <a:solidFill>
                  <a:srgbClr val="14B4C8"/>
                </a:solidFill>
                <a:effectLst/>
                <a:uFillTx/>
                <a:latin typeface="Arial"/>
                <a:ea typeface="Arial"/>
              </a:rPr>
              <a:t>&lt;номер&gt;</a:t>
            </a:fld>
            <a:endParaRPr lang="ru-RU" sz="104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287" name="Рисунок 8"/>
          <p:cNvPicPr/>
          <p:nvPr/>
        </p:nvPicPr>
        <p:blipFill>
          <a:blip r:embed="rId2"/>
          <a:stretch/>
        </p:blipFill>
        <p:spPr>
          <a:xfrm>
            <a:off x="327240" y="6310440"/>
            <a:ext cx="1203120" cy="439200"/>
          </a:xfrm>
          <a:prstGeom prst="rect">
            <a:avLst/>
          </a:prstGeom>
          <a:noFill/>
          <a:ln w="0">
            <a:noFill/>
          </a:ln>
        </p:spPr>
      </p:pic>
    </p:spTree>
  </p:cSld>
</p:sldLayout>
</file>

<file path=ppt/slideLayouts/slideLayout4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Tx" preserve="1">
  <p:cSld name="Обычный 3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CustomShape 1"/>
          <p:cNvSpPr/>
          <p:nvPr/>
        </p:nvSpPr>
        <p:spPr>
          <a:xfrm>
            <a:off x="0" y="233640"/>
            <a:ext cx="234000" cy="239400"/>
          </a:xfrm>
          <a:prstGeom prst="rect">
            <a:avLst/>
          </a:prstGeom>
          <a:gradFill rotWithShape="0">
            <a:gsLst>
              <a:gs pos="0">
                <a:srgbClr val="1F497D"/>
              </a:gs>
              <a:gs pos="100000">
                <a:srgbClr val="4F81BD"/>
              </a:gs>
            </a:gsLst>
            <a:lin ang="18900000"/>
          </a:gradFill>
          <a:ln w="1260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9" name="CustomShape 2"/>
          <p:cNvSpPr/>
          <p:nvPr/>
        </p:nvSpPr>
        <p:spPr>
          <a:xfrm>
            <a:off x="11272680" y="6412320"/>
            <a:ext cx="589680" cy="209520"/>
          </a:xfrm>
          <a:prstGeom prst="rect">
            <a:avLst/>
          </a:prstGeom>
          <a:noFill/>
          <a:ln w="1260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6280" tIns="26280" rIns="26280" bIns="26280" anchor="ctr">
            <a:noAutofit/>
          </a:bodyPr>
          <a:p>
            <a:pPr algn="ctr">
              <a:lnSpc>
                <a:spcPct val="100000"/>
              </a:lnSpc>
            </a:pPr>
            <a:fld id="{7D993DD4-5B35-45CB-A8AA-EB1BE967974E}" type="slidenum">
              <a:rPr lang="ru-RU" sz="1040" b="0" u="none" strike="noStrike">
                <a:solidFill>
                  <a:srgbClr val="14B4C8"/>
                </a:solidFill>
                <a:effectLst/>
                <a:uFillTx/>
                <a:latin typeface="Arial"/>
                <a:ea typeface="Arial"/>
              </a:rPr>
              <a:t>&lt;номер&gt;</a:t>
            </a:fld>
            <a:endParaRPr lang="ru-RU" sz="104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290" name="Рисунок 8"/>
          <p:cNvPicPr/>
          <p:nvPr/>
        </p:nvPicPr>
        <p:blipFill>
          <a:blip r:embed="rId2"/>
          <a:stretch/>
        </p:blipFill>
        <p:spPr>
          <a:xfrm>
            <a:off x="327240" y="6310440"/>
            <a:ext cx="1203120" cy="4392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91" name="PlaceHolder 1"/>
          <p:cNvSpPr>
            <a:spLocks noGrp="1"/>
          </p:cNvSpPr>
          <p:nvPr>
            <p:ph type="title"/>
          </p:nvPr>
        </p:nvSpPr>
        <p:spPr>
          <a:xfrm>
            <a:off x="593640" y="218880"/>
            <a:ext cx="10689840" cy="12492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lnSpc>
                <a:spcPct val="100000"/>
              </a:lnSpc>
              <a:buNone/>
              <a:tabLst>
                <a:tab pos="0" algn="l"/>
              </a:tabLst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текста заглавия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2" name="PlaceHolder 2"/>
          <p:cNvSpPr>
            <a:spLocks noGrp="1"/>
          </p:cNvSpPr>
          <p:nvPr>
            <p:ph type="body"/>
          </p:nvPr>
        </p:nvSpPr>
        <p:spPr>
          <a:xfrm>
            <a:off x="593640" y="1600560"/>
            <a:ext cx="5216040" cy="18910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32000"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3" name="PlaceHolder 3"/>
          <p:cNvSpPr>
            <a:spLocks noGrp="1"/>
          </p:cNvSpPr>
          <p:nvPr>
            <p:ph type="body"/>
          </p:nvPr>
        </p:nvSpPr>
        <p:spPr>
          <a:xfrm>
            <a:off x="593640" y="3672720"/>
            <a:ext cx="5216040" cy="18910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4" name="PlaceHolder 4"/>
          <p:cNvSpPr>
            <a:spLocks noGrp="1"/>
          </p:cNvSpPr>
          <p:nvPr>
            <p:ph type="body"/>
          </p:nvPr>
        </p:nvSpPr>
        <p:spPr>
          <a:xfrm>
            <a:off x="6072120" y="1600560"/>
            <a:ext cx="5216040" cy="39657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4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AndTwoObj" preserve="1">
  <p:cSld name="Обычный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5" name="CustomShape 1"/>
          <p:cNvSpPr/>
          <p:nvPr/>
        </p:nvSpPr>
        <p:spPr>
          <a:xfrm>
            <a:off x="0" y="233640"/>
            <a:ext cx="234000" cy="239400"/>
          </a:xfrm>
          <a:prstGeom prst="rect">
            <a:avLst/>
          </a:prstGeom>
          <a:gradFill rotWithShape="0">
            <a:gsLst>
              <a:gs pos="0">
                <a:srgbClr val="1F497D"/>
              </a:gs>
              <a:gs pos="100000">
                <a:srgbClr val="4F81BD"/>
              </a:gs>
            </a:gsLst>
            <a:lin ang="18900000"/>
          </a:gradFill>
          <a:ln w="1260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6" name="CustomShape 2"/>
          <p:cNvSpPr/>
          <p:nvPr/>
        </p:nvSpPr>
        <p:spPr>
          <a:xfrm>
            <a:off x="11272680" y="6412320"/>
            <a:ext cx="589680" cy="209520"/>
          </a:xfrm>
          <a:prstGeom prst="rect">
            <a:avLst/>
          </a:prstGeom>
          <a:noFill/>
          <a:ln w="1260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6280" tIns="26280" rIns="26280" bIns="26280" anchor="ctr">
            <a:noAutofit/>
          </a:bodyPr>
          <a:p>
            <a:pPr algn="ctr">
              <a:lnSpc>
                <a:spcPct val="100000"/>
              </a:lnSpc>
            </a:pPr>
            <a:fld id="{90863A2F-5557-40A5-91C1-147CF7F49145}" type="slidenum">
              <a:rPr lang="ru-RU" sz="1040" b="0" u="none" strike="noStrike">
                <a:solidFill>
                  <a:srgbClr val="14B4C8"/>
                </a:solidFill>
                <a:effectLst/>
                <a:uFillTx/>
                <a:latin typeface="Arial"/>
                <a:ea typeface="Arial"/>
              </a:rPr>
              <a:t>&lt;номер&gt;</a:t>
            </a:fld>
            <a:endParaRPr lang="ru-RU" sz="104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297" name="Рисунок 8"/>
          <p:cNvPicPr/>
          <p:nvPr/>
        </p:nvPicPr>
        <p:blipFill>
          <a:blip r:embed="rId2"/>
          <a:stretch/>
        </p:blipFill>
        <p:spPr>
          <a:xfrm>
            <a:off x="327240" y="6310440"/>
            <a:ext cx="1203120" cy="4392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98" name="PlaceHolder 1"/>
          <p:cNvSpPr>
            <a:spLocks noGrp="1"/>
          </p:cNvSpPr>
          <p:nvPr>
            <p:ph type="title"/>
          </p:nvPr>
        </p:nvSpPr>
        <p:spPr>
          <a:xfrm>
            <a:off x="593640" y="218880"/>
            <a:ext cx="10689840" cy="12492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lnSpc>
                <a:spcPct val="100000"/>
              </a:lnSpc>
              <a:buNone/>
              <a:tabLst>
                <a:tab pos="0" algn="l"/>
              </a:tabLst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текста заглавия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9" name="PlaceHolder 2"/>
          <p:cNvSpPr>
            <a:spLocks noGrp="1"/>
          </p:cNvSpPr>
          <p:nvPr>
            <p:ph type="body"/>
          </p:nvPr>
        </p:nvSpPr>
        <p:spPr>
          <a:xfrm>
            <a:off x="593640" y="1600560"/>
            <a:ext cx="5216040" cy="39657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32000"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0" name="PlaceHolder 3"/>
          <p:cNvSpPr>
            <a:spLocks noGrp="1"/>
          </p:cNvSpPr>
          <p:nvPr>
            <p:ph type="body"/>
          </p:nvPr>
        </p:nvSpPr>
        <p:spPr>
          <a:xfrm>
            <a:off x="6072120" y="1600560"/>
            <a:ext cx="5216040" cy="18910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1" name="PlaceHolder 4"/>
          <p:cNvSpPr>
            <a:spLocks noGrp="1"/>
          </p:cNvSpPr>
          <p:nvPr>
            <p:ph type="body"/>
          </p:nvPr>
        </p:nvSpPr>
        <p:spPr>
          <a:xfrm>
            <a:off x="6072120" y="3672720"/>
            <a:ext cx="5216040" cy="18910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4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Обычный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2" name="CustomShape 1"/>
          <p:cNvSpPr/>
          <p:nvPr/>
        </p:nvSpPr>
        <p:spPr>
          <a:xfrm>
            <a:off x="0" y="233640"/>
            <a:ext cx="234000" cy="239400"/>
          </a:xfrm>
          <a:prstGeom prst="rect">
            <a:avLst/>
          </a:prstGeom>
          <a:gradFill rotWithShape="0">
            <a:gsLst>
              <a:gs pos="0">
                <a:srgbClr val="1F497D"/>
              </a:gs>
              <a:gs pos="100000">
                <a:srgbClr val="4F81BD"/>
              </a:gs>
            </a:gsLst>
            <a:lin ang="18900000"/>
          </a:gradFill>
          <a:ln w="1260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3" name="CustomShape 2"/>
          <p:cNvSpPr/>
          <p:nvPr/>
        </p:nvSpPr>
        <p:spPr>
          <a:xfrm>
            <a:off x="11272680" y="6412320"/>
            <a:ext cx="589680" cy="209520"/>
          </a:xfrm>
          <a:prstGeom prst="rect">
            <a:avLst/>
          </a:prstGeom>
          <a:noFill/>
          <a:ln w="1260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6280" tIns="26280" rIns="26280" bIns="26280" anchor="ctr">
            <a:noAutofit/>
          </a:bodyPr>
          <a:p>
            <a:pPr algn="ctr">
              <a:lnSpc>
                <a:spcPct val="100000"/>
              </a:lnSpc>
            </a:pPr>
            <a:fld id="{EE3135DE-9099-4D6D-A853-B9DE03C079D0}" type="slidenum">
              <a:rPr lang="ru-RU" sz="1040" b="0" u="none" strike="noStrike">
                <a:solidFill>
                  <a:srgbClr val="14B4C8"/>
                </a:solidFill>
                <a:effectLst/>
                <a:uFillTx/>
                <a:latin typeface="Arial"/>
                <a:ea typeface="Arial"/>
              </a:rPr>
              <a:t>&lt;номер&gt;</a:t>
            </a:fld>
            <a:endParaRPr lang="ru-RU" sz="104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304" name="Рисунок 8"/>
          <p:cNvPicPr/>
          <p:nvPr/>
        </p:nvPicPr>
        <p:blipFill>
          <a:blip r:embed="rId2"/>
          <a:stretch/>
        </p:blipFill>
        <p:spPr>
          <a:xfrm>
            <a:off x="327240" y="6310440"/>
            <a:ext cx="1203120" cy="4392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05" name="PlaceHolder 1"/>
          <p:cNvSpPr>
            <a:spLocks noGrp="1"/>
          </p:cNvSpPr>
          <p:nvPr>
            <p:ph type="title"/>
          </p:nvPr>
        </p:nvSpPr>
        <p:spPr>
          <a:xfrm>
            <a:off x="593640" y="218880"/>
            <a:ext cx="10689840" cy="12492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lnSpc>
                <a:spcPct val="100000"/>
              </a:lnSpc>
              <a:buNone/>
              <a:tabLst>
                <a:tab pos="0" algn="l"/>
              </a:tabLst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текста заглавия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6" name="PlaceHolder 2"/>
          <p:cNvSpPr>
            <a:spLocks noGrp="1"/>
          </p:cNvSpPr>
          <p:nvPr>
            <p:ph type="body"/>
          </p:nvPr>
        </p:nvSpPr>
        <p:spPr>
          <a:xfrm>
            <a:off x="593640" y="1600560"/>
            <a:ext cx="5216040" cy="18910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32000"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7" name="PlaceHolder 3"/>
          <p:cNvSpPr>
            <a:spLocks noGrp="1"/>
          </p:cNvSpPr>
          <p:nvPr>
            <p:ph type="body"/>
          </p:nvPr>
        </p:nvSpPr>
        <p:spPr>
          <a:xfrm>
            <a:off x="6072120" y="1600560"/>
            <a:ext cx="5216040" cy="18910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8" name="PlaceHolder 4"/>
          <p:cNvSpPr>
            <a:spLocks noGrp="1"/>
          </p:cNvSpPr>
          <p:nvPr>
            <p:ph type="body"/>
          </p:nvPr>
        </p:nvSpPr>
        <p:spPr>
          <a:xfrm>
            <a:off x="593640" y="3672720"/>
            <a:ext cx="10689840" cy="18910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4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Обычный 2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9" name="CustomShape 1"/>
          <p:cNvSpPr/>
          <p:nvPr/>
        </p:nvSpPr>
        <p:spPr>
          <a:xfrm>
            <a:off x="0" y="233640"/>
            <a:ext cx="234000" cy="239400"/>
          </a:xfrm>
          <a:prstGeom prst="rect">
            <a:avLst/>
          </a:prstGeom>
          <a:gradFill rotWithShape="0">
            <a:gsLst>
              <a:gs pos="0">
                <a:srgbClr val="1F497D"/>
              </a:gs>
              <a:gs pos="100000">
                <a:srgbClr val="4F81BD"/>
              </a:gs>
            </a:gsLst>
            <a:lin ang="18900000"/>
          </a:gradFill>
          <a:ln w="1260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0" name="CustomShape 2"/>
          <p:cNvSpPr/>
          <p:nvPr/>
        </p:nvSpPr>
        <p:spPr>
          <a:xfrm>
            <a:off x="11272680" y="6412320"/>
            <a:ext cx="589680" cy="209520"/>
          </a:xfrm>
          <a:prstGeom prst="rect">
            <a:avLst/>
          </a:prstGeom>
          <a:noFill/>
          <a:ln w="1260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6280" tIns="26280" rIns="26280" bIns="26280" anchor="ctr">
            <a:noAutofit/>
          </a:bodyPr>
          <a:p>
            <a:pPr algn="ctr">
              <a:lnSpc>
                <a:spcPct val="100000"/>
              </a:lnSpc>
            </a:pPr>
            <a:fld id="{E4FE21C5-94BF-4B30-A12D-985C8D38B8D1}" type="slidenum">
              <a:rPr lang="ru-RU" sz="1040" b="0" u="none" strike="noStrike">
                <a:solidFill>
                  <a:srgbClr val="14B4C8"/>
                </a:solidFill>
                <a:effectLst/>
                <a:uFillTx/>
                <a:latin typeface="Arial"/>
                <a:ea typeface="Arial"/>
              </a:rPr>
              <a:t>&lt;номер&gt;</a:t>
            </a:fld>
            <a:endParaRPr lang="ru-RU" sz="104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311" name="Рисунок 8"/>
          <p:cNvPicPr/>
          <p:nvPr/>
        </p:nvPicPr>
        <p:blipFill>
          <a:blip r:embed="rId2"/>
          <a:stretch/>
        </p:blipFill>
        <p:spPr>
          <a:xfrm>
            <a:off x="327240" y="6310440"/>
            <a:ext cx="1203120" cy="4392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12" name="PlaceHolder 1"/>
          <p:cNvSpPr>
            <a:spLocks noGrp="1"/>
          </p:cNvSpPr>
          <p:nvPr>
            <p:ph type="title"/>
          </p:nvPr>
        </p:nvSpPr>
        <p:spPr>
          <a:xfrm>
            <a:off x="593640" y="218880"/>
            <a:ext cx="10689840" cy="12492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lnSpc>
                <a:spcPct val="100000"/>
              </a:lnSpc>
              <a:buNone/>
              <a:tabLst>
                <a:tab pos="0" algn="l"/>
              </a:tabLst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текста заглавия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3" name="PlaceHolder 2"/>
          <p:cNvSpPr>
            <a:spLocks noGrp="1"/>
          </p:cNvSpPr>
          <p:nvPr>
            <p:ph type="body"/>
          </p:nvPr>
        </p:nvSpPr>
        <p:spPr>
          <a:xfrm>
            <a:off x="593640" y="1600560"/>
            <a:ext cx="10689840" cy="18910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32000"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4" name="PlaceHolder 3"/>
          <p:cNvSpPr>
            <a:spLocks noGrp="1"/>
          </p:cNvSpPr>
          <p:nvPr>
            <p:ph type="body"/>
          </p:nvPr>
        </p:nvSpPr>
        <p:spPr>
          <a:xfrm>
            <a:off x="593640" y="3672720"/>
            <a:ext cx="10689840" cy="18910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4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Обычный 2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5" name="CustomShape 1"/>
          <p:cNvSpPr/>
          <p:nvPr/>
        </p:nvSpPr>
        <p:spPr>
          <a:xfrm>
            <a:off x="0" y="233640"/>
            <a:ext cx="234000" cy="239400"/>
          </a:xfrm>
          <a:prstGeom prst="rect">
            <a:avLst/>
          </a:prstGeom>
          <a:gradFill rotWithShape="0">
            <a:gsLst>
              <a:gs pos="0">
                <a:srgbClr val="1F497D"/>
              </a:gs>
              <a:gs pos="100000">
                <a:srgbClr val="4F81BD"/>
              </a:gs>
            </a:gsLst>
            <a:lin ang="18900000"/>
          </a:gradFill>
          <a:ln w="1260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6" name="CustomShape 2"/>
          <p:cNvSpPr/>
          <p:nvPr/>
        </p:nvSpPr>
        <p:spPr>
          <a:xfrm>
            <a:off x="11272680" y="6412320"/>
            <a:ext cx="589680" cy="209520"/>
          </a:xfrm>
          <a:prstGeom prst="rect">
            <a:avLst/>
          </a:prstGeom>
          <a:noFill/>
          <a:ln w="1260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6280" tIns="26280" rIns="26280" bIns="26280" anchor="ctr">
            <a:noAutofit/>
          </a:bodyPr>
          <a:p>
            <a:pPr algn="ctr">
              <a:lnSpc>
                <a:spcPct val="100000"/>
              </a:lnSpc>
            </a:pPr>
            <a:fld id="{54CDDE3A-9F42-4598-AE2D-E821F08804B1}" type="slidenum">
              <a:rPr lang="ru-RU" sz="1040" b="0" u="none" strike="noStrike">
                <a:solidFill>
                  <a:srgbClr val="14B4C8"/>
                </a:solidFill>
                <a:effectLst/>
                <a:uFillTx/>
                <a:latin typeface="Arial"/>
                <a:ea typeface="Arial"/>
              </a:rPr>
              <a:t>&lt;номер&gt;</a:t>
            </a:fld>
            <a:endParaRPr lang="ru-RU" sz="104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317" name="Рисунок 8"/>
          <p:cNvPicPr/>
          <p:nvPr/>
        </p:nvPicPr>
        <p:blipFill>
          <a:blip r:embed="rId2"/>
          <a:stretch/>
        </p:blipFill>
        <p:spPr>
          <a:xfrm>
            <a:off x="327240" y="6310440"/>
            <a:ext cx="1203120" cy="4392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18" name="PlaceHolder 1"/>
          <p:cNvSpPr>
            <a:spLocks noGrp="1"/>
          </p:cNvSpPr>
          <p:nvPr>
            <p:ph type="title"/>
          </p:nvPr>
        </p:nvSpPr>
        <p:spPr>
          <a:xfrm>
            <a:off x="593640" y="218880"/>
            <a:ext cx="10689840" cy="12492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lnSpc>
                <a:spcPct val="100000"/>
              </a:lnSpc>
              <a:buNone/>
              <a:tabLst>
                <a:tab pos="0" algn="l"/>
              </a:tabLst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текста заглавия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9" name="PlaceHolder 2"/>
          <p:cNvSpPr>
            <a:spLocks noGrp="1"/>
          </p:cNvSpPr>
          <p:nvPr>
            <p:ph type="body"/>
          </p:nvPr>
        </p:nvSpPr>
        <p:spPr>
          <a:xfrm>
            <a:off x="593640" y="1600560"/>
            <a:ext cx="5216040" cy="18910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32000"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0" name="PlaceHolder 3"/>
          <p:cNvSpPr>
            <a:spLocks noGrp="1"/>
          </p:cNvSpPr>
          <p:nvPr>
            <p:ph type="body"/>
          </p:nvPr>
        </p:nvSpPr>
        <p:spPr>
          <a:xfrm>
            <a:off x="6072120" y="1600560"/>
            <a:ext cx="5216040" cy="18910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1" name="PlaceHolder 4"/>
          <p:cNvSpPr>
            <a:spLocks noGrp="1"/>
          </p:cNvSpPr>
          <p:nvPr>
            <p:ph type="body"/>
          </p:nvPr>
        </p:nvSpPr>
        <p:spPr>
          <a:xfrm>
            <a:off x="6072120" y="3672720"/>
            <a:ext cx="5216040" cy="18910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2" name="PlaceHolder 5"/>
          <p:cNvSpPr>
            <a:spLocks noGrp="1"/>
          </p:cNvSpPr>
          <p:nvPr>
            <p:ph type="body"/>
          </p:nvPr>
        </p:nvSpPr>
        <p:spPr>
          <a:xfrm>
            <a:off x="593640" y="3672720"/>
            <a:ext cx="5216040" cy="18910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5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2_Обычный 2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5" name="CustomShape 1"/>
          <p:cNvSpPr/>
          <p:nvPr/>
        </p:nvSpPr>
        <p:spPr>
          <a:xfrm>
            <a:off x="0" y="233640"/>
            <a:ext cx="234000" cy="239400"/>
          </a:xfrm>
          <a:prstGeom prst="rect">
            <a:avLst/>
          </a:prstGeom>
          <a:gradFill rotWithShape="0">
            <a:gsLst>
              <a:gs pos="0">
                <a:srgbClr val="1F497D"/>
              </a:gs>
              <a:gs pos="100000">
                <a:srgbClr val="4F81BD"/>
              </a:gs>
            </a:gsLst>
            <a:lin ang="18900000"/>
          </a:gradFill>
          <a:ln w="1260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06" name="CustomShape 2"/>
          <p:cNvSpPr/>
          <p:nvPr/>
        </p:nvSpPr>
        <p:spPr>
          <a:xfrm>
            <a:off x="11272680" y="6412320"/>
            <a:ext cx="589680" cy="209520"/>
          </a:xfrm>
          <a:prstGeom prst="rect">
            <a:avLst/>
          </a:prstGeom>
          <a:noFill/>
          <a:ln w="1260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6280" tIns="26280" rIns="26280" bIns="26280" anchor="ctr">
            <a:noAutofit/>
          </a:bodyPr>
          <a:p>
            <a:pPr algn="ctr">
              <a:lnSpc>
                <a:spcPct val="100000"/>
              </a:lnSpc>
            </a:pPr>
            <a:fld id="{C10820BE-531C-4FE3-B688-C1A0FA64F29C}" type="slidenum">
              <a:rPr lang="ru-RU" sz="1040" b="0" u="none" strike="noStrike">
                <a:solidFill>
                  <a:srgbClr val="14B4C8"/>
                </a:solidFill>
                <a:effectLst/>
                <a:uFillTx/>
                <a:latin typeface="Arial"/>
                <a:ea typeface="Arial"/>
              </a:rPr>
              <a:t>&lt;номер&gt;</a:t>
            </a:fld>
            <a:endParaRPr lang="ru-RU" sz="104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607" name="Рисунок 8"/>
          <p:cNvPicPr/>
          <p:nvPr/>
        </p:nvPicPr>
        <p:blipFill>
          <a:blip r:embed="rId2"/>
          <a:stretch/>
        </p:blipFill>
        <p:spPr>
          <a:xfrm>
            <a:off x="327240" y="6310440"/>
            <a:ext cx="1203120" cy="4392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608" name="PlaceHolder 1"/>
          <p:cNvSpPr>
            <a:spLocks noGrp="1"/>
          </p:cNvSpPr>
          <p:nvPr>
            <p:ph type="title"/>
          </p:nvPr>
        </p:nvSpPr>
        <p:spPr>
          <a:xfrm>
            <a:off x="593640" y="272880"/>
            <a:ext cx="10690200" cy="11412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lnSpc>
                <a:spcPct val="100000"/>
              </a:lnSpc>
              <a:buNone/>
              <a:tabLst>
                <a:tab pos="0" algn="l"/>
              </a:tabLst>
              <a:defRPr lang="ru-RU" sz="4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ru-RU" sz="4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текста заглавия щёлкните мышью</a:t>
            </a:r>
            <a:endParaRPr lang="ru-RU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09" name="PlaceHolder 2"/>
          <p:cNvSpPr>
            <a:spLocks noGrp="1"/>
          </p:cNvSpPr>
          <p:nvPr>
            <p:ph type="body"/>
          </p:nvPr>
        </p:nvSpPr>
        <p:spPr>
          <a:xfrm>
            <a:off x="593640" y="1600560"/>
            <a:ext cx="10690200" cy="39661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32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2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2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32000"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3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2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2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5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Обычный 4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23" name="Рисунок 7"/>
          <p:cNvPicPr/>
          <p:nvPr/>
        </p:nvPicPr>
        <p:blipFill>
          <a:blip r:embed="rId2"/>
          <a:srcRect l="56379" t="0" r="0" b="0"/>
          <a:stretch/>
        </p:blipFill>
        <p:spPr>
          <a:xfrm>
            <a:off x="6697440" y="0"/>
            <a:ext cx="5179320" cy="68378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24" name="CustomShape 1"/>
          <p:cNvSpPr/>
          <p:nvPr/>
        </p:nvSpPr>
        <p:spPr>
          <a:xfrm>
            <a:off x="6706800" y="0"/>
            <a:ext cx="5169960" cy="6852600"/>
          </a:xfrm>
          <a:prstGeom prst="rect">
            <a:avLst/>
          </a:prstGeom>
          <a:gradFill rotWithShape="0">
            <a:gsLst>
              <a:gs pos="11000">
                <a:srgbClr val="1F497D">
                  <a:alpha val="60000"/>
                </a:srgbClr>
              </a:gs>
              <a:gs pos="100000">
                <a:srgbClr val="4F81BD">
                  <a:alpha val="60000"/>
                </a:srgbClr>
              </a:gs>
            </a:gsLst>
            <a:lin ang="0"/>
          </a:gra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5" name="CustomShape 2"/>
          <p:cNvSpPr/>
          <p:nvPr/>
        </p:nvSpPr>
        <p:spPr>
          <a:xfrm>
            <a:off x="0" y="2273040"/>
            <a:ext cx="132120" cy="2201040"/>
          </a:xfrm>
          <a:prstGeom prst="rect">
            <a:avLst/>
          </a:prstGeom>
          <a:gradFill rotWithShape="0">
            <a:gsLst>
              <a:gs pos="0">
                <a:srgbClr val="243F90"/>
              </a:gs>
              <a:gs pos="100000">
                <a:srgbClr val="14B4C9"/>
              </a:gs>
            </a:gsLst>
            <a:lin ang="18900000"/>
          </a:gradFill>
          <a:ln w="12600">
            <a:noFill/>
          </a:ln>
        </p:spPr>
        <p:style>
          <a:lnRef idx="0"/>
          <a:fillRef idx="0"/>
          <a:effectRef idx="0"/>
          <a:fontRef idx="minor"/>
        </p:style>
        <p:txBody>
          <a:bodyPr lIns="66240" tIns="45000" rIns="6624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326" name="Рисунок 10"/>
          <p:cNvPicPr/>
          <p:nvPr/>
        </p:nvPicPr>
        <p:blipFill>
          <a:blip r:embed="rId3"/>
          <a:stretch/>
        </p:blipFill>
        <p:spPr>
          <a:xfrm>
            <a:off x="10962000" y="211320"/>
            <a:ext cx="735120" cy="2815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27" name="PlaceHolder 1"/>
          <p:cNvSpPr>
            <a:spLocks noGrp="1"/>
          </p:cNvSpPr>
          <p:nvPr>
            <p:ph type="title"/>
          </p:nvPr>
        </p:nvSpPr>
        <p:spPr>
          <a:xfrm>
            <a:off x="593640" y="218880"/>
            <a:ext cx="10689840" cy="12492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lnSpc>
                <a:spcPct val="100000"/>
              </a:lnSpc>
              <a:buNone/>
              <a:tabLst>
                <a:tab pos="0" algn="l"/>
              </a:tabLst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текста заглавия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8" name="PlaceHolder 2"/>
          <p:cNvSpPr>
            <a:spLocks noGrp="1"/>
          </p:cNvSpPr>
          <p:nvPr>
            <p:ph type="body"/>
          </p:nvPr>
        </p:nvSpPr>
        <p:spPr>
          <a:xfrm>
            <a:off x="593640" y="1600560"/>
            <a:ext cx="5216040" cy="18910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32000"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9" name="PlaceHolder 3"/>
          <p:cNvSpPr>
            <a:spLocks noGrp="1"/>
          </p:cNvSpPr>
          <p:nvPr>
            <p:ph type="body"/>
          </p:nvPr>
        </p:nvSpPr>
        <p:spPr>
          <a:xfrm>
            <a:off x="6072120" y="1600560"/>
            <a:ext cx="5216040" cy="18910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0" name="PlaceHolder 4"/>
          <p:cNvSpPr>
            <a:spLocks noGrp="1"/>
          </p:cNvSpPr>
          <p:nvPr>
            <p:ph type="body"/>
          </p:nvPr>
        </p:nvSpPr>
        <p:spPr>
          <a:xfrm>
            <a:off x="6072120" y="3672720"/>
            <a:ext cx="5216040" cy="18910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1" name="PlaceHolder 5"/>
          <p:cNvSpPr>
            <a:spLocks noGrp="1"/>
          </p:cNvSpPr>
          <p:nvPr>
            <p:ph type="body"/>
          </p:nvPr>
        </p:nvSpPr>
        <p:spPr>
          <a:xfrm>
            <a:off x="593640" y="3672720"/>
            <a:ext cx="5216040" cy="18910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5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Обычный 4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32" name="Рисунок 7"/>
          <p:cNvPicPr/>
          <p:nvPr/>
        </p:nvPicPr>
        <p:blipFill>
          <a:blip r:embed="rId2"/>
          <a:srcRect l="56379" t="0" r="0" b="0"/>
          <a:stretch/>
        </p:blipFill>
        <p:spPr>
          <a:xfrm>
            <a:off x="6697440" y="0"/>
            <a:ext cx="5179320" cy="68378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33" name="CustomShape 1"/>
          <p:cNvSpPr/>
          <p:nvPr/>
        </p:nvSpPr>
        <p:spPr>
          <a:xfrm>
            <a:off x="6706800" y="0"/>
            <a:ext cx="5169960" cy="6852600"/>
          </a:xfrm>
          <a:prstGeom prst="rect">
            <a:avLst/>
          </a:prstGeom>
          <a:gradFill rotWithShape="0">
            <a:gsLst>
              <a:gs pos="11000">
                <a:srgbClr val="1F497D">
                  <a:alpha val="60000"/>
                </a:srgbClr>
              </a:gs>
              <a:gs pos="100000">
                <a:srgbClr val="4F81BD">
                  <a:alpha val="60000"/>
                </a:srgbClr>
              </a:gs>
            </a:gsLst>
            <a:lin ang="0"/>
          </a:gra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4" name="CustomShape 2"/>
          <p:cNvSpPr/>
          <p:nvPr/>
        </p:nvSpPr>
        <p:spPr>
          <a:xfrm>
            <a:off x="0" y="2273040"/>
            <a:ext cx="132120" cy="2201040"/>
          </a:xfrm>
          <a:prstGeom prst="rect">
            <a:avLst/>
          </a:prstGeom>
          <a:gradFill rotWithShape="0">
            <a:gsLst>
              <a:gs pos="0">
                <a:srgbClr val="243F90"/>
              </a:gs>
              <a:gs pos="100000">
                <a:srgbClr val="14B4C9"/>
              </a:gs>
            </a:gsLst>
            <a:lin ang="18900000"/>
          </a:gradFill>
          <a:ln w="12600">
            <a:noFill/>
          </a:ln>
        </p:spPr>
        <p:style>
          <a:lnRef idx="0"/>
          <a:fillRef idx="0"/>
          <a:effectRef idx="0"/>
          <a:fontRef idx="minor"/>
        </p:style>
        <p:txBody>
          <a:bodyPr lIns="66240" tIns="45000" rIns="6624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335" name="Рисунок 10"/>
          <p:cNvPicPr/>
          <p:nvPr/>
        </p:nvPicPr>
        <p:blipFill>
          <a:blip r:embed="rId3"/>
          <a:stretch/>
        </p:blipFill>
        <p:spPr>
          <a:xfrm>
            <a:off x="10962000" y="211320"/>
            <a:ext cx="735120" cy="2815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36" name="PlaceHolder 1"/>
          <p:cNvSpPr>
            <a:spLocks noGrp="1"/>
          </p:cNvSpPr>
          <p:nvPr>
            <p:ph type="title"/>
          </p:nvPr>
        </p:nvSpPr>
        <p:spPr>
          <a:xfrm>
            <a:off x="593640" y="218880"/>
            <a:ext cx="10689840" cy="12492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lnSpc>
                <a:spcPct val="100000"/>
              </a:lnSpc>
              <a:buNone/>
              <a:tabLst>
                <a:tab pos="0" algn="l"/>
              </a:tabLst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текста заглавия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7" name="PlaceHolder 2"/>
          <p:cNvSpPr>
            <a:spLocks noGrp="1"/>
          </p:cNvSpPr>
          <p:nvPr>
            <p:ph type="body"/>
          </p:nvPr>
        </p:nvSpPr>
        <p:spPr>
          <a:xfrm>
            <a:off x="593640" y="1600560"/>
            <a:ext cx="10689840" cy="39657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32000"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8" name="PlaceHolder 3"/>
          <p:cNvSpPr>
            <a:spLocks noGrp="1"/>
          </p:cNvSpPr>
          <p:nvPr>
            <p:ph type="body"/>
          </p:nvPr>
        </p:nvSpPr>
        <p:spPr>
          <a:xfrm>
            <a:off x="593640" y="1600560"/>
            <a:ext cx="10689840" cy="39657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339" name=""/>
          <p:cNvPicPr/>
          <p:nvPr/>
        </p:nvPicPr>
        <p:blipFill>
          <a:blip r:embed="rId4"/>
          <a:stretch/>
        </p:blipFill>
        <p:spPr>
          <a:xfrm>
            <a:off x="3453120" y="1600200"/>
            <a:ext cx="4970520" cy="396576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340" name=""/>
          <p:cNvPicPr/>
          <p:nvPr/>
        </p:nvPicPr>
        <p:blipFill>
          <a:blip r:embed="rId5"/>
          <a:stretch/>
        </p:blipFill>
        <p:spPr>
          <a:xfrm>
            <a:off x="3453120" y="1600200"/>
            <a:ext cx="4970520" cy="3965760"/>
          </a:xfrm>
          <a:prstGeom prst="rect">
            <a:avLst/>
          </a:prstGeom>
          <a:noFill/>
          <a:ln w="0">
            <a:noFill/>
          </a:ln>
        </p:spPr>
      </p:pic>
    </p:spTree>
  </p:cSld>
</p:sldLayout>
</file>

<file path=ppt/slideLayouts/slideLayout5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Обычный 4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41" name="Рисунок 7"/>
          <p:cNvPicPr/>
          <p:nvPr/>
        </p:nvPicPr>
        <p:blipFill>
          <a:blip r:embed="rId2"/>
          <a:srcRect l="56379" t="0" r="0" b="0"/>
          <a:stretch/>
        </p:blipFill>
        <p:spPr>
          <a:xfrm>
            <a:off x="6697440" y="0"/>
            <a:ext cx="5179320" cy="68378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42" name="CustomShape 1"/>
          <p:cNvSpPr/>
          <p:nvPr/>
        </p:nvSpPr>
        <p:spPr>
          <a:xfrm>
            <a:off x="6706800" y="0"/>
            <a:ext cx="5169960" cy="6852600"/>
          </a:xfrm>
          <a:prstGeom prst="rect">
            <a:avLst/>
          </a:prstGeom>
          <a:gradFill rotWithShape="0">
            <a:gsLst>
              <a:gs pos="11000">
                <a:srgbClr val="1F497D">
                  <a:alpha val="60000"/>
                </a:srgbClr>
              </a:gs>
              <a:gs pos="100000">
                <a:srgbClr val="4F81BD">
                  <a:alpha val="60000"/>
                </a:srgbClr>
              </a:gs>
            </a:gsLst>
            <a:lin ang="0"/>
          </a:gra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3" name="CustomShape 2"/>
          <p:cNvSpPr/>
          <p:nvPr/>
        </p:nvSpPr>
        <p:spPr>
          <a:xfrm>
            <a:off x="0" y="2273040"/>
            <a:ext cx="132120" cy="2201040"/>
          </a:xfrm>
          <a:prstGeom prst="rect">
            <a:avLst/>
          </a:prstGeom>
          <a:gradFill rotWithShape="0">
            <a:gsLst>
              <a:gs pos="0">
                <a:srgbClr val="243F90"/>
              </a:gs>
              <a:gs pos="100000">
                <a:srgbClr val="14B4C9"/>
              </a:gs>
            </a:gsLst>
            <a:lin ang="18900000"/>
          </a:gradFill>
          <a:ln w="12600">
            <a:noFill/>
          </a:ln>
        </p:spPr>
        <p:style>
          <a:lnRef idx="0"/>
          <a:fillRef idx="0"/>
          <a:effectRef idx="0"/>
          <a:fontRef idx="minor"/>
        </p:style>
        <p:txBody>
          <a:bodyPr lIns="66240" tIns="45000" rIns="6624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344" name="Рисунок 10"/>
          <p:cNvPicPr/>
          <p:nvPr/>
        </p:nvPicPr>
        <p:blipFill>
          <a:blip r:embed="rId3"/>
          <a:stretch/>
        </p:blipFill>
        <p:spPr>
          <a:xfrm>
            <a:off x="10962000" y="211320"/>
            <a:ext cx="735120" cy="2815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45" name="PlaceHolder 1"/>
          <p:cNvSpPr>
            <a:spLocks noGrp="1"/>
          </p:cNvSpPr>
          <p:nvPr>
            <p:ph type="title"/>
          </p:nvPr>
        </p:nvSpPr>
        <p:spPr>
          <a:xfrm>
            <a:off x="593640" y="272880"/>
            <a:ext cx="10690200" cy="11412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lnSpc>
                <a:spcPct val="100000"/>
              </a:lnSpc>
              <a:buNone/>
              <a:tabLst>
                <a:tab pos="0" algn="l"/>
              </a:tabLst>
              <a:defRPr lang="ru-RU" sz="4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ru-RU" sz="4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текста заглавия щёлкните мышью</a:t>
            </a:r>
            <a:endParaRPr lang="ru-RU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6" name="PlaceHolder 2"/>
          <p:cNvSpPr>
            <a:spLocks noGrp="1"/>
          </p:cNvSpPr>
          <p:nvPr>
            <p:ph type="body"/>
          </p:nvPr>
        </p:nvSpPr>
        <p:spPr>
          <a:xfrm>
            <a:off x="593640" y="1600560"/>
            <a:ext cx="10690200" cy="39661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32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2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2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32000"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3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2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2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5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Обычный 4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47" name="Рисунок 7"/>
          <p:cNvPicPr/>
          <p:nvPr/>
        </p:nvPicPr>
        <p:blipFill>
          <a:blip r:embed="rId2"/>
          <a:srcRect l="56379" t="0" r="0" b="0"/>
          <a:stretch/>
        </p:blipFill>
        <p:spPr>
          <a:xfrm>
            <a:off x="6697440" y="0"/>
            <a:ext cx="5179320" cy="68378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48" name="CustomShape 1"/>
          <p:cNvSpPr/>
          <p:nvPr/>
        </p:nvSpPr>
        <p:spPr>
          <a:xfrm>
            <a:off x="6706800" y="0"/>
            <a:ext cx="5169960" cy="6852600"/>
          </a:xfrm>
          <a:prstGeom prst="rect">
            <a:avLst/>
          </a:prstGeom>
          <a:gradFill rotWithShape="0">
            <a:gsLst>
              <a:gs pos="11000">
                <a:srgbClr val="1F497D">
                  <a:alpha val="60000"/>
                </a:srgbClr>
              </a:gs>
              <a:gs pos="100000">
                <a:srgbClr val="4F81BD">
                  <a:alpha val="60000"/>
                </a:srgbClr>
              </a:gs>
            </a:gsLst>
            <a:lin ang="0"/>
          </a:gra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9" name="CustomShape 2"/>
          <p:cNvSpPr/>
          <p:nvPr/>
        </p:nvSpPr>
        <p:spPr>
          <a:xfrm>
            <a:off x="0" y="2273040"/>
            <a:ext cx="132120" cy="2201040"/>
          </a:xfrm>
          <a:prstGeom prst="rect">
            <a:avLst/>
          </a:prstGeom>
          <a:gradFill rotWithShape="0">
            <a:gsLst>
              <a:gs pos="0">
                <a:srgbClr val="243F90"/>
              </a:gs>
              <a:gs pos="100000">
                <a:srgbClr val="14B4C9"/>
              </a:gs>
            </a:gsLst>
            <a:lin ang="18900000"/>
          </a:gradFill>
          <a:ln w="12600">
            <a:noFill/>
          </a:ln>
        </p:spPr>
        <p:style>
          <a:lnRef idx="0"/>
          <a:fillRef idx="0"/>
          <a:effectRef idx="0"/>
          <a:fontRef idx="minor"/>
        </p:style>
        <p:txBody>
          <a:bodyPr lIns="66240" tIns="45000" rIns="6624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350" name="Рисунок 10"/>
          <p:cNvPicPr/>
          <p:nvPr/>
        </p:nvPicPr>
        <p:blipFill>
          <a:blip r:embed="rId3"/>
          <a:stretch/>
        </p:blipFill>
        <p:spPr>
          <a:xfrm>
            <a:off x="10962000" y="211320"/>
            <a:ext cx="735120" cy="2815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51" name="PlaceHolder 1"/>
          <p:cNvSpPr>
            <a:spLocks noGrp="1"/>
          </p:cNvSpPr>
          <p:nvPr>
            <p:ph type="title"/>
          </p:nvPr>
        </p:nvSpPr>
        <p:spPr>
          <a:xfrm>
            <a:off x="593640" y="218880"/>
            <a:ext cx="10689840" cy="12492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lnSpc>
                <a:spcPct val="100000"/>
              </a:lnSpc>
              <a:buNone/>
              <a:tabLst>
                <a:tab pos="0" algn="l"/>
              </a:tabLst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текста заглавия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5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Обычный 4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52" name="Рисунок 7"/>
          <p:cNvPicPr/>
          <p:nvPr/>
        </p:nvPicPr>
        <p:blipFill>
          <a:blip r:embed="rId2"/>
          <a:srcRect l="56379" t="0" r="0" b="0"/>
          <a:stretch/>
        </p:blipFill>
        <p:spPr>
          <a:xfrm>
            <a:off x="6697440" y="0"/>
            <a:ext cx="5179320" cy="68378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53" name="CustomShape 1"/>
          <p:cNvSpPr/>
          <p:nvPr/>
        </p:nvSpPr>
        <p:spPr>
          <a:xfrm>
            <a:off x="6706800" y="0"/>
            <a:ext cx="5169960" cy="6852600"/>
          </a:xfrm>
          <a:prstGeom prst="rect">
            <a:avLst/>
          </a:prstGeom>
          <a:gradFill rotWithShape="0">
            <a:gsLst>
              <a:gs pos="11000">
                <a:srgbClr val="1F497D">
                  <a:alpha val="60000"/>
                </a:srgbClr>
              </a:gs>
              <a:gs pos="100000">
                <a:srgbClr val="4F81BD">
                  <a:alpha val="60000"/>
                </a:srgbClr>
              </a:gs>
            </a:gsLst>
            <a:lin ang="0"/>
          </a:gra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4" name="CustomShape 2"/>
          <p:cNvSpPr/>
          <p:nvPr/>
        </p:nvSpPr>
        <p:spPr>
          <a:xfrm>
            <a:off x="0" y="2273040"/>
            <a:ext cx="132120" cy="2201040"/>
          </a:xfrm>
          <a:prstGeom prst="rect">
            <a:avLst/>
          </a:prstGeom>
          <a:gradFill rotWithShape="0">
            <a:gsLst>
              <a:gs pos="0">
                <a:srgbClr val="243F90"/>
              </a:gs>
              <a:gs pos="100000">
                <a:srgbClr val="14B4C9"/>
              </a:gs>
            </a:gsLst>
            <a:lin ang="18900000"/>
          </a:gradFill>
          <a:ln w="12600">
            <a:noFill/>
          </a:ln>
        </p:spPr>
        <p:style>
          <a:lnRef idx="0"/>
          <a:fillRef idx="0"/>
          <a:effectRef idx="0"/>
          <a:fontRef idx="minor"/>
        </p:style>
        <p:txBody>
          <a:bodyPr lIns="66240" tIns="45000" rIns="6624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355" name="Рисунок 10"/>
          <p:cNvPicPr/>
          <p:nvPr/>
        </p:nvPicPr>
        <p:blipFill>
          <a:blip r:embed="rId3"/>
          <a:stretch/>
        </p:blipFill>
        <p:spPr>
          <a:xfrm>
            <a:off x="10962000" y="211320"/>
            <a:ext cx="735120" cy="2815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56" name="PlaceHolder 1"/>
          <p:cNvSpPr>
            <a:spLocks noGrp="1"/>
          </p:cNvSpPr>
          <p:nvPr>
            <p:ph type="title"/>
          </p:nvPr>
        </p:nvSpPr>
        <p:spPr>
          <a:xfrm>
            <a:off x="593640" y="218880"/>
            <a:ext cx="10689840" cy="12492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lnSpc>
                <a:spcPct val="100000"/>
              </a:lnSpc>
              <a:buNone/>
              <a:tabLst>
                <a:tab pos="0" algn="l"/>
              </a:tabLst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текста заглавия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7" name="PlaceHolder 2"/>
          <p:cNvSpPr>
            <a:spLocks noGrp="1"/>
          </p:cNvSpPr>
          <p:nvPr>
            <p:ph type="body"/>
          </p:nvPr>
        </p:nvSpPr>
        <p:spPr>
          <a:xfrm>
            <a:off x="593640" y="1600560"/>
            <a:ext cx="10689840" cy="39657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32000"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5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Обычный 4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58" name="Рисунок 7"/>
          <p:cNvPicPr/>
          <p:nvPr/>
        </p:nvPicPr>
        <p:blipFill>
          <a:blip r:embed="rId2"/>
          <a:srcRect l="56379" t="0" r="0" b="0"/>
          <a:stretch/>
        </p:blipFill>
        <p:spPr>
          <a:xfrm>
            <a:off x="6697440" y="0"/>
            <a:ext cx="5179320" cy="68378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59" name="CustomShape 1"/>
          <p:cNvSpPr/>
          <p:nvPr/>
        </p:nvSpPr>
        <p:spPr>
          <a:xfrm>
            <a:off x="6706800" y="0"/>
            <a:ext cx="5169960" cy="6852600"/>
          </a:xfrm>
          <a:prstGeom prst="rect">
            <a:avLst/>
          </a:prstGeom>
          <a:gradFill rotWithShape="0">
            <a:gsLst>
              <a:gs pos="11000">
                <a:srgbClr val="1F497D">
                  <a:alpha val="60000"/>
                </a:srgbClr>
              </a:gs>
              <a:gs pos="100000">
                <a:srgbClr val="4F81BD">
                  <a:alpha val="60000"/>
                </a:srgbClr>
              </a:gs>
            </a:gsLst>
            <a:lin ang="0"/>
          </a:gra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0" name="CustomShape 2"/>
          <p:cNvSpPr/>
          <p:nvPr/>
        </p:nvSpPr>
        <p:spPr>
          <a:xfrm>
            <a:off x="0" y="2273040"/>
            <a:ext cx="132120" cy="2201040"/>
          </a:xfrm>
          <a:prstGeom prst="rect">
            <a:avLst/>
          </a:prstGeom>
          <a:gradFill rotWithShape="0">
            <a:gsLst>
              <a:gs pos="0">
                <a:srgbClr val="243F90"/>
              </a:gs>
              <a:gs pos="100000">
                <a:srgbClr val="14B4C9"/>
              </a:gs>
            </a:gsLst>
            <a:lin ang="18900000"/>
          </a:gradFill>
          <a:ln w="12600">
            <a:noFill/>
          </a:ln>
        </p:spPr>
        <p:style>
          <a:lnRef idx="0"/>
          <a:fillRef idx="0"/>
          <a:effectRef idx="0"/>
          <a:fontRef idx="minor"/>
        </p:style>
        <p:txBody>
          <a:bodyPr lIns="66240" tIns="45000" rIns="6624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361" name="Рисунок 10"/>
          <p:cNvPicPr/>
          <p:nvPr/>
        </p:nvPicPr>
        <p:blipFill>
          <a:blip r:embed="rId3"/>
          <a:stretch/>
        </p:blipFill>
        <p:spPr>
          <a:xfrm>
            <a:off x="10962000" y="211320"/>
            <a:ext cx="735120" cy="2815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62" name="PlaceHolder 1"/>
          <p:cNvSpPr>
            <a:spLocks noGrp="1"/>
          </p:cNvSpPr>
          <p:nvPr>
            <p:ph type="title"/>
          </p:nvPr>
        </p:nvSpPr>
        <p:spPr>
          <a:xfrm>
            <a:off x="593640" y="218880"/>
            <a:ext cx="10689840" cy="12492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lnSpc>
                <a:spcPct val="100000"/>
              </a:lnSpc>
              <a:buNone/>
              <a:tabLst>
                <a:tab pos="0" algn="l"/>
              </a:tabLst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текста заглавия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3" name="PlaceHolder 2"/>
          <p:cNvSpPr>
            <a:spLocks noGrp="1"/>
          </p:cNvSpPr>
          <p:nvPr>
            <p:ph type="body"/>
          </p:nvPr>
        </p:nvSpPr>
        <p:spPr>
          <a:xfrm>
            <a:off x="593640" y="1600560"/>
            <a:ext cx="5216040" cy="39657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32000"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4" name="PlaceHolder 3"/>
          <p:cNvSpPr>
            <a:spLocks noGrp="1"/>
          </p:cNvSpPr>
          <p:nvPr>
            <p:ph type="body"/>
          </p:nvPr>
        </p:nvSpPr>
        <p:spPr>
          <a:xfrm>
            <a:off x="6072120" y="1600560"/>
            <a:ext cx="5216040" cy="39657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5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Обычный 4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65" name="Рисунок 7"/>
          <p:cNvPicPr/>
          <p:nvPr/>
        </p:nvPicPr>
        <p:blipFill>
          <a:blip r:embed="rId2"/>
          <a:srcRect l="56379" t="0" r="0" b="0"/>
          <a:stretch/>
        </p:blipFill>
        <p:spPr>
          <a:xfrm>
            <a:off x="6697440" y="0"/>
            <a:ext cx="5179320" cy="68378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66" name="CustomShape 1"/>
          <p:cNvSpPr/>
          <p:nvPr/>
        </p:nvSpPr>
        <p:spPr>
          <a:xfrm>
            <a:off x="6706800" y="0"/>
            <a:ext cx="5169960" cy="6852600"/>
          </a:xfrm>
          <a:prstGeom prst="rect">
            <a:avLst/>
          </a:prstGeom>
          <a:gradFill rotWithShape="0">
            <a:gsLst>
              <a:gs pos="11000">
                <a:srgbClr val="1F497D">
                  <a:alpha val="60000"/>
                </a:srgbClr>
              </a:gs>
              <a:gs pos="100000">
                <a:srgbClr val="4F81BD">
                  <a:alpha val="60000"/>
                </a:srgbClr>
              </a:gs>
            </a:gsLst>
            <a:lin ang="0"/>
          </a:gra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7" name="CustomShape 2"/>
          <p:cNvSpPr/>
          <p:nvPr/>
        </p:nvSpPr>
        <p:spPr>
          <a:xfrm>
            <a:off x="0" y="2273040"/>
            <a:ext cx="132120" cy="2201040"/>
          </a:xfrm>
          <a:prstGeom prst="rect">
            <a:avLst/>
          </a:prstGeom>
          <a:gradFill rotWithShape="0">
            <a:gsLst>
              <a:gs pos="0">
                <a:srgbClr val="243F90"/>
              </a:gs>
              <a:gs pos="100000">
                <a:srgbClr val="14B4C9"/>
              </a:gs>
            </a:gsLst>
            <a:lin ang="18900000"/>
          </a:gradFill>
          <a:ln w="12600">
            <a:noFill/>
          </a:ln>
        </p:spPr>
        <p:style>
          <a:lnRef idx="0"/>
          <a:fillRef idx="0"/>
          <a:effectRef idx="0"/>
          <a:fontRef idx="minor"/>
        </p:style>
        <p:txBody>
          <a:bodyPr lIns="66240" tIns="45000" rIns="6624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368" name="Рисунок 10"/>
          <p:cNvPicPr/>
          <p:nvPr/>
        </p:nvPicPr>
        <p:blipFill>
          <a:blip r:embed="rId3"/>
          <a:stretch/>
        </p:blipFill>
        <p:spPr>
          <a:xfrm>
            <a:off x="10962000" y="211320"/>
            <a:ext cx="735120" cy="2815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69" name="PlaceHolder 1"/>
          <p:cNvSpPr>
            <a:spLocks noGrp="1"/>
          </p:cNvSpPr>
          <p:nvPr>
            <p:ph type="title"/>
          </p:nvPr>
        </p:nvSpPr>
        <p:spPr>
          <a:xfrm>
            <a:off x="593640" y="218880"/>
            <a:ext cx="10689840" cy="12492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lnSpc>
                <a:spcPct val="100000"/>
              </a:lnSpc>
              <a:buNone/>
              <a:tabLst>
                <a:tab pos="0" algn="l"/>
              </a:tabLst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текста заглавия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5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Обычный 4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70" name="Рисунок 7"/>
          <p:cNvPicPr/>
          <p:nvPr/>
        </p:nvPicPr>
        <p:blipFill>
          <a:blip r:embed="rId2"/>
          <a:srcRect l="56379" t="0" r="0" b="0"/>
          <a:stretch/>
        </p:blipFill>
        <p:spPr>
          <a:xfrm>
            <a:off x="6697440" y="0"/>
            <a:ext cx="5179320" cy="68378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71" name="CustomShape 1"/>
          <p:cNvSpPr/>
          <p:nvPr/>
        </p:nvSpPr>
        <p:spPr>
          <a:xfrm>
            <a:off x="6706800" y="0"/>
            <a:ext cx="5169960" cy="6852600"/>
          </a:xfrm>
          <a:prstGeom prst="rect">
            <a:avLst/>
          </a:prstGeom>
          <a:gradFill rotWithShape="0">
            <a:gsLst>
              <a:gs pos="11000">
                <a:srgbClr val="1F497D">
                  <a:alpha val="60000"/>
                </a:srgbClr>
              </a:gs>
              <a:gs pos="100000">
                <a:srgbClr val="4F81BD">
                  <a:alpha val="60000"/>
                </a:srgbClr>
              </a:gs>
            </a:gsLst>
            <a:lin ang="0"/>
          </a:gra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2" name="CustomShape 2"/>
          <p:cNvSpPr/>
          <p:nvPr/>
        </p:nvSpPr>
        <p:spPr>
          <a:xfrm>
            <a:off x="0" y="2273040"/>
            <a:ext cx="132120" cy="2201040"/>
          </a:xfrm>
          <a:prstGeom prst="rect">
            <a:avLst/>
          </a:prstGeom>
          <a:gradFill rotWithShape="0">
            <a:gsLst>
              <a:gs pos="0">
                <a:srgbClr val="243F90"/>
              </a:gs>
              <a:gs pos="100000">
                <a:srgbClr val="14B4C9"/>
              </a:gs>
            </a:gsLst>
            <a:lin ang="18900000"/>
          </a:gradFill>
          <a:ln w="12600">
            <a:noFill/>
          </a:ln>
        </p:spPr>
        <p:style>
          <a:lnRef idx="0"/>
          <a:fillRef idx="0"/>
          <a:effectRef idx="0"/>
          <a:fontRef idx="minor"/>
        </p:style>
        <p:txBody>
          <a:bodyPr lIns="66240" tIns="45000" rIns="6624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373" name="Рисунок 10"/>
          <p:cNvPicPr/>
          <p:nvPr/>
        </p:nvPicPr>
        <p:blipFill>
          <a:blip r:embed="rId3"/>
          <a:stretch/>
        </p:blipFill>
        <p:spPr>
          <a:xfrm>
            <a:off x="10962000" y="211320"/>
            <a:ext cx="735120" cy="281520"/>
          </a:xfrm>
          <a:prstGeom prst="rect">
            <a:avLst/>
          </a:prstGeom>
          <a:noFill/>
          <a:ln w="0">
            <a:noFill/>
          </a:ln>
        </p:spPr>
      </p:pic>
    </p:spTree>
  </p:cSld>
</p:sldLayout>
</file>

<file path=ppt/slideLayouts/slideLayout5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Tx" preserve="1">
  <p:cSld name="Обычный 3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74" name="Рисунок 7"/>
          <p:cNvPicPr/>
          <p:nvPr/>
        </p:nvPicPr>
        <p:blipFill>
          <a:blip r:embed="rId2"/>
          <a:srcRect l="56379" t="0" r="0" b="0"/>
          <a:stretch/>
        </p:blipFill>
        <p:spPr>
          <a:xfrm>
            <a:off x="6697440" y="0"/>
            <a:ext cx="5179320" cy="68378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75" name="CustomShape 1"/>
          <p:cNvSpPr/>
          <p:nvPr/>
        </p:nvSpPr>
        <p:spPr>
          <a:xfrm>
            <a:off x="6706800" y="0"/>
            <a:ext cx="5169960" cy="6852600"/>
          </a:xfrm>
          <a:prstGeom prst="rect">
            <a:avLst/>
          </a:prstGeom>
          <a:gradFill rotWithShape="0">
            <a:gsLst>
              <a:gs pos="11000">
                <a:srgbClr val="1F497D">
                  <a:alpha val="60000"/>
                </a:srgbClr>
              </a:gs>
              <a:gs pos="100000">
                <a:srgbClr val="4F81BD">
                  <a:alpha val="60000"/>
                </a:srgbClr>
              </a:gs>
            </a:gsLst>
            <a:lin ang="0"/>
          </a:gra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6" name="CustomShape 2"/>
          <p:cNvSpPr/>
          <p:nvPr/>
        </p:nvSpPr>
        <p:spPr>
          <a:xfrm>
            <a:off x="0" y="2273040"/>
            <a:ext cx="132120" cy="2201040"/>
          </a:xfrm>
          <a:prstGeom prst="rect">
            <a:avLst/>
          </a:prstGeom>
          <a:gradFill rotWithShape="0">
            <a:gsLst>
              <a:gs pos="0">
                <a:srgbClr val="243F90"/>
              </a:gs>
              <a:gs pos="100000">
                <a:srgbClr val="14B4C9"/>
              </a:gs>
            </a:gsLst>
            <a:lin ang="18900000"/>
          </a:gradFill>
          <a:ln w="12600">
            <a:noFill/>
          </a:ln>
        </p:spPr>
        <p:style>
          <a:lnRef idx="0"/>
          <a:fillRef idx="0"/>
          <a:effectRef idx="0"/>
          <a:fontRef idx="minor"/>
        </p:style>
        <p:txBody>
          <a:bodyPr lIns="66240" tIns="45000" rIns="6624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377" name="Рисунок 10"/>
          <p:cNvPicPr/>
          <p:nvPr/>
        </p:nvPicPr>
        <p:blipFill>
          <a:blip r:embed="rId3"/>
          <a:stretch/>
        </p:blipFill>
        <p:spPr>
          <a:xfrm>
            <a:off x="10962000" y="211320"/>
            <a:ext cx="735120" cy="2815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78" name="PlaceHolder 1"/>
          <p:cNvSpPr>
            <a:spLocks noGrp="1"/>
          </p:cNvSpPr>
          <p:nvPr>
            <p:ph type="title"/>
          </p:nvPr>
        </p:nvSpPr>
        <p:spPr>
          <a:xfrm>
            <a:off x="593640" y="218880"/>
            <a:ext cx="10689840" cy="12492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lnSpc>
                <a:spcPct val="100000"/>
              </a:lnSpc>
              <a:buNone/>
              <a:tabLst>
                <a:tab pos="0" algn="l"/>
              </a:tabLst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текста заглавия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9" name="PlaceHolder 2"/>
          <p:cNvSpPr>
            <a:spLocks noGrp="1"/>
          </p:cNvSpPr>
          <p:nvPr>
            <p:ph type="body"/>
          </p:nvPr>
        </p:nvSpPr>
        <p:spPr>
          <a:xfrm>
            <a:off x="593640" y="1600560"/>
            <a:ext cx="5216040" cy="18910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32000"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0" name="PlaceHolder 3"/>
          <p:cNvSpPr>
            <a:spLocks noGrp="1"/>
          </p:cNvSpPr>
          <p:nvPr>
            <p:ph type="body"/>
          </p:nvPr>
        </p:nvSpPr>
        <p:spPr>
          <a:xfrm>
            <a:off x="593640" y="3672720"/>
            <a:ext cx="5216040" cy="18910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1" name="PlaceHolder 4"/>
          <p:cNvSpPr>
            <a:spLocks noGrp="1"/>
          </p:cNvSpPr>
          <p:nvPr>
            <p:ph type="body"/>
          </p:nvPr>
        </p:nvSpPr>
        <p:spPr>
          <a:xfrm>
            <a:off x="6072120" y="1600560"/>
            <a:ext cx="5216040" cy="39657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6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AndTwoObj" preserve="1">
  <p:cSld name="Обычный 3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82" name="Рисунок 7"/>
          <p:cNvPicPr/>
          <p:nvPr/>
        </p:nvPicPr>
        <p:blipFill>
          <a:blip r:embed="rId2"/>
          <a:srcRect l="56379" t="0" r="0" b="0"/>
          <a:stretch/>
        </p:blipFill>
        <p:spPr>
          <a:xfrm>
            <a:off x="6697440" y="0"/>
            <a:ext cx="5179320" cy="68378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83" name="CustomShape 1"/>
          <p:cNvSpPr/>
          <p:nvPr/>
        </p:nvSpPr>
        <p:spPr>
          <a:xfrm>
            <a:off x="6706800" y="0"/>
            <a:ext cx="5169960" cy="6852600"/>
          </a:xfrm>
          <a:prstGeom prst="rect">
            <a:avLst/>
          </a:prstGeom>
          <a:gradFill rotWithShape="0">
            <a:gsLst>
              <a:gs pos="11000">
                <a:srgbClr val="1F497D">
                  <a:alpha val="60000"/>
                </a:srgbClr>
              </a:gs>
              <a:gs pos="100000">
                <a:srgbClr val="4F81BD">
                  <a:alpha val="60000"/>
                </a:srgbClr>
              </a:gs>
            </a:gsLst>
            <a:lin ang="0"/>
          </a:gra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4" name="CustomShape 2"/>
          <p:cNvSpPr/>
          <p:nvPr/>
        </p:nvSpPr>
        <p:spPr>
          <a:xfrm>
            <a:off x="0" y="2273040"/>
            <a:ext cx="132120" cy="2201040"/>
          </a:xfrm>
          <a:prstGeom prst="rect">
            <a:avLst/>
          </a:prstGeom>
          <a:gradFill rotWithShape="0">
            <a:gsLst>
              <a:gs pos="0">
                <a:srgbClr val="243F90"/>
              </a:gs>
              <a:gs pos="100000">
                <a:srgbClr val="14B4C9"/>
              </a:gs>
            </a:gsLst>
            <a:lin ang="18900000"/>
          </a:gradFill>
          <a:ln w="12600">
            <a:noFill/>
          </a:ln>
        </p:spPr>
        <p:style>
          <a:lnRef idx="0"/>
          <a:fillRef idx="0"/>
          <a:effectRef idx="0"/>
          <a:fontRef idx="minor"/>
        </p:style>
        <p:txBody>
          <a:bodyPr lIns="66240" tIns="45000" rIns="6624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385" name="Рисунок 10"/>
          <p:cNvPicPr/>
          <p:nvPr/>
        </p:nvPicPr>
        <p:blipFill>
          <a:blip r:embed="rId3"/>
          <a:stretch/>
        </p:blipFill>
        <p:spPr>
          <a:xfrm>
            <a:off x="10962000" y="211320"/>
            <a:ext cx="735120" cy="2815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86" name="PlaceHolder 1"/>
          <p:cNvSpPr>
            <a:spLocks noGrp="1"/>
          </p:cNvSpPr>
          <p:nvPr>
            <p:ph type="title"/>
          </p:nvPr>
        </p:nvSpPr>
        <p:spPr>
          <a:xfrm>
            <a:off x="593640" y="218880"/>
            <a:ext cx="10689840" cy="12492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lnSpc>
                <a:spcPct val="100000"/>
              </a:lnSpc>
              <a:buNone/>
              <a:tabLst>
                <a:tab pos="0" algn="l"/>
              </a:tabLst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текста заглавия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7" name="PlaceHolder 2"/>
          <p:cNvSpPr>
            <a:spLocks noGrp="1"/>
          </p:cNvSpPr>
          <p:nvPr>
            <p:ph type="body"/>
          </p:nvPr>
        </p:nvSpPr>
        <p:spPr>
          <a:xfrm>
            <a:off x="593640" y="1600560"/>
            <a:ext cx="5216040" cy="39657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32000"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8" name="PlaceHolder 3"/>
          <p:cNvSpPr>
            <a:spLocks noGrp="1"/>
          </p:cNvSpPr>
          <p:nvPr>
            <p:ph type="body"/>
          </p:nvPr>
        </p:nvSpPr>
        <p:spPr>
          <a:xfrm>
            <a:off x="6072120" y="1600560"/>
            <a:ext cx="5216040" cy="18910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9" name="PlaceHolder 4"/>
          <p:cNvSpPr>
            <a:spLocks noGrp="1"/>
          </p:cNvSpPr>
          <p:nvPr>
            <p:ph type="body"/>
          </p:nvPr>
        </p:nvSpPr>
        <p:spPr>
          <a:xfrm>
            <a:off x="6072120" y="3672720"/>
            <a:ext cx="5216040" cy="18910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6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Обычный 3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90" name="Рисунок 7"/>
          <p:cNvPicPr/>
          <p:nvPr/>
        </p:nvPicPr>
        <p:blipFill>
          <a:blip r:embed="rId2"/>
          <a:srcRect l="56379" t="0" r="0" b="0"/>
          <a:stretch/>
        </p:blipFill>
        <p:spPr>
          <a:xfrm>
            <a:off x="6697440" y="0"/>
            <a:ext cx="5179320" cy="68378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91" name="CustomShape 1"/>
          <p:cNvSpPr/>
          <p:nvPr/>
        </p:nvSpPr>
        <p:spPr>
          <a:xfrm>
            <a:off x="6706800" y="0"/>
            <a:ext cx="5169960" cy="6852600"/>
          </a:xfrm>
          <a:prstGeom prst="rect">
            <a:avLst/>
          </a:prstGeom>
          <a:gradFill rotWithShape="0">
            <a:gsLst>
              <a:gs pos="11000">
                <a:srgbClr val="1F497D">
                  <a:alpha val="60000"/>
                </a:srgbClr>
              </a:gs>
              <a:gs pos="100000">
                <a:srgbClr val="4F81BD">
                  <a:alpha val="60000"/>
                </a:srgbClr>
              </a:gs>
            </a:gsLst>
            <a:lin ang="0"/>
          </a:gra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92" name="CustomShape 2"/>
          <p:cNvSpPr/>
          <p:nvPr/>
        </p:nvSpPr>
        <p:spPr>
          <a:xfrm>
            <a:off x="0" y="2273040"/>
            <a:ext cx="132120" cy="2201040"/>
          </a:xfrm>
          <a:prstGeom prst="rect">
            <a:avLst/>
          </a:prstGeom>
          <a:gradFill rotWithShape="0">
            <a:gsLst>
              <a:gs pos="0">
                <a:srgbClr val="243F90"/>
              </a:gs>
              <a:gs pos="100000">
                <a:srgbClr val="14B4C9"/>
              </a:gs>
            </a:gsLst>
            <a:lin ang="18900000"/>
          </a:gradFill>
          <a:ln w="12600">
            <a:noFill/>
          </a:ln>
        </p:spPr>
        <p:style>
          <a:lnRef idx="0"/>
          <a:fillRef idx="0"/>
          <a:effectRef idx="0"/>
          <a:fontRef idx="minor"/>
        </p:style>
        <p:txBody>
          <a:bodyPr lIns="66240" tIns="45000" rIns="6624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393" name="Рисунок 10"/>
          <p:cNvPicPr/>
          <p:nvPr/>
        </p:nvPicPr>
        <p:blipFill>
          <a:blip r:embed="rId3"/>
          <a:stretch/>
        </p:blipFill>
        <p:spPr>
          <a:xfrm>
            <a:off x="10962000" y="211320"/>
            <a:ext cx="735120" cy="2815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94" name="PlaceHolder 1"/>
          <p:cNvSpPr>
            <a:spLocks noGrp="1"/>
          </p:cNvSpPr>
          <p:nvPr>
            <p:ph type="title"/>
          </p:nvPr>
        </p:nvSpPr>
        <p:spPr>
          <a:xfrm>
            <a:off x="593640" y="218880"/>
            <a:ext cx="10689840" cy="12492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lnSpc>
                <a:spcPct val="100000"/>
              </a:lnSpc>
              <a:buNone/>
              <a:tabLst>
                <a:tab pos="0" algn="l"/>
              </a:tabLst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текста заглавия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95" name="PlaceHolder 2"/>
          <p:cNvSpPr>
            <a:spLocks noGrp="1"/>
          </p:cNvSpPr>
          <p:nvPr>
            <p:ph type="body"/>
          </p:nvPr>
        </p:nvSpPr>
        <p:spPr>
          <a:xfrm>
            <a:off x="593640" y="1600560"/>
            <a:ext cx="5216040" cy="18910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32000"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96" name="PlaceHolder 3"/>
          <p:cNvSpPr>
            <a:spLocks noGrp="1"/>
          </p:cNvSpPr>
          <p:nvPr>
            <p:ph type="body"/>
          </p:nvPr>
        </p:nvSpPr>
        <p:spPr>
          <a:xfrm>
            <a:off x="6072120" y="1600560"/>
            <a:ext cx="5216040" cy="18910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97" name="PlaceHolder 4"/>
          <p:cNvSpPr>
            <a:spLocks noGrp="1"/>
          </p:cNvSpPr>
          <p:nvPr>
            <p:ph type="body"/>
          </p:nvPr>
        </p:nvSpPr>
        <p:spPr>
          <a:xfrm>
            <a:off x="593640" y="3672720"/>
            <a:ext cx="10689840" cy="18910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6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Обычный 3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98" name="Рисунок 7"/>
          <p:cNvPicPr/>
          <p:nvPr/>
        </p:nvPicPr>
        <p:blipFill>
          <a:blip r:embed="rId2"/>
          <a:srcRect l="56379" t="0" r="0" b="0"/>
          <a:stretch/>
        </p:blipFill>
        <p:spPr>
          <a:xfrm>
            <a:off x="6697440" y="0"/>
            <a:ext cx="5179320" cy="68378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99" name="CustomShape 1"/>
          <p:cNvSpPr/>
          <p:nvPr/>
        </p:nvSpPr>
        <p:spPr>
          <a:xfrm>
            <a:off x="6706800" y="0"/>
            <a:ext cx="5169960" cy="6852600"/>
          </a:xfrm>
          <a:prstGeom prst="rect">
            <a:avLst/>
          </a:prstGeom>
          <a:gradFill rotWithShape="0">
            <a:gsLst>
              <a:gs pos="11000">
                <a:srgbClr val="1F497D">
                  <a:alpha val="60000"/>
                </a:srgbClr>
              </a:gs>
              <a:gs pos="100000">
                <a:srgbClr val="4F81BD">
                  <a:alpha val="60000"/>
                </a:srgbClr>
              </a:gs>
            </a:gsLst>
            <a:lin ang="0"/>
          </a:gra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00" name="CustomShape 2"/>
          <p:cNvSpPr/>
          <p:nvPr/>
        </p:nvSpPr>
        <p:spPr>
          <a:xfrm>
            <a:off x="0" y="2273040"/>
            <a:ext cx="132120" cy="2201040"/>
          </a:xfrm>
          <a:prstGeom prst="rect">
            <a:avLst/>
          </a:prstGeom>
          <a:gradFill rotWithShape="0">
            <a:gsLst>
              <a:gs pos="0">
                <a:srgbClr val="243F90"/>
              </a:gs>
              <a:gs pos="100000">
                <a:srgbClr val="14B4C9"/>
              </a:gs>
            </a:gsLst>
            <a:lin ang="18900000"/>
          </a:gradFill>
          <a:ln w="12600">
            <a:noFill/>
          </a:ln>
        </p:spPr>
        <p:style>
          <a:lnRef idx="0"/>
          <a:fillRef idx="0"/>
          <a:effectRef idx="0"/>
          <a:fontRef idx="minor"/>
        </p:style>
        <p:txBody>
          <a:bodyPr lIns="66240" tIns="45000" rIns="6624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401" name="Рисунок 10"/>
          <p:cNvPicPr/>
          <p:nvPr/>
        </p:nvPicPr>
        <p:blipFill>
          <a:blip r:embed="rId3"/>
          <a:stretch/>
        </p:blipFill>
        <p:spPr>
          <a:xfrm>
            <a:off x="10962000" y="211320"/>
            <a:ext cx="735120" cy="2815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02" name="PlaceHolder 1"/>
          <p:cNvSpPr>
            <a:spLocks noGrp="1"/>
          </p:cNvSpPr>
          <p:nvPr>
            <p:ph type="title"/>
          </p:nvPr>
        </p:nvSpPr>
        <p:spPr>
          <a:xfrm>
            <a:off x="593640" y="218880"/>
            <a:ext cx="10689840" cy="12492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lnSpc>
                <a:spcPct val="100000"/>
              </a:lnSpc>
              <a:buNone/>
              <a:tabLst>
                <a:tab pos="0" algn="l"/>
              </a:tabLst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текста заглавия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03" name="PlaceHolder 2"/>
          <p:cNvSpPr>
            <a:spLocks noGrp="1"/>
          </p:cNvSpPr>
          <p:nvPr>
            <p:ph type="body"/>
          </p:nvPr>
        </p:nvSpPr>
        <p:spPr>
          <a:xfrm>
            <a:off x="593640" y="1600560"/>
            <a:ext cx="10689840" cy="18910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32000"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04" name="PlaceHolder 3"/>
          <p:cNvSpPr>
            <a:spLocks noGrp="1"/>
          </p:cNvSpPr>
          <p:nvPr>
            <p:ph type="body"/>
          </p:nvPr>
        </p:nvSpPr>
        <p:spPr>
          <a:xfrm>
            <a:off x="593640" y="3672720"/>
            <a:ext cx="10689840" cy="18910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6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Tx" preserve="1">
  <p:cSld name="Обычный 5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05" name="Рисунок 19"/>
          <p:cNvPicPr/>
          <p:nvPr/>
        </p:nvPicPr>
        <p:blipFill>
          <a:blip r:embed="rId2"/>
          <a:stretch/>
        </p:blipFill>
        <p:spPr>
          <a:xfrm>
            <a:off x="0" y="0"/>
            <a:ext cx="11876760" cy="68378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06" name="CustomShape 1"/>
          <p:cNvSpPr/>
          <p:nvPr/>
        </p:nvSpPr>
        <p:spPr>
          <a:xfrm>
            <a:off x="0" y="0"/>
            <a:ext cx="11876760" cy="6837840"/>
          </a:xfrm>
          <a:prstGeom prst="rect">
            <a:avLst/>
          </a:prstGeom>
          <a:gradFill rotWithShape="0">
            <a:gsLst>
              <a:gs pos="23000">
                <a:srgbClr val="1F497D">
                  <a:alpha val="60000"/>
                </a:srgbClr>
              </a:gs>
              <a:gs pos="100000">
                <a:srgbClr val="1F497D">
                  <a:alpha val="46000"/>
                </a:srgbClr>
              </a:gs>
            </a:gsLst>
            <a:lin ang="0"/>
          </a:gra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07" name="CustomShape 2"/>
          <p:cNvSpPr/>
          <p:nvPr/>
        </p:nvSpPr>
        <p:spPr>
          <a:xfrm>
            <a:off x="0" y="607320"/>
            <a:ext cx="151560" cy="117792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/>
        </p:style>
        <p:txBody>
          <a:bodyPr lIns="75960" tIns="45000" rIns="7596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408" name="Рисунок 22"/>
          <p:cNvPicPr/>
          <p:nvPr/>
        </p:nvPicPr>
        <p:blipFill>
          <a:blip r:embed="rId3"/>
          <a:stretch/>
        </p:blipFill>
        <p:spPr>
          <a:xfrm>
            <a:off x="609120" y="5953680"/>
            <a:ext cx="1841400" cy="6732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09" name="CustomShape 3"/>
          <p:cNvSpPr/>
          <p:nvPr/>
        </p:nvSpPr>
        <p:spPr>
          <a:xfrm>
            <a:off x="3522600" y="6050160"/>
            <a:ext cx="1660320" cy="176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>
              <a:lnSpc>
                <a:spcPct val="100000"/>
              </a:lnSpc>
            </a:pPr>
            <a:r>
              <a:rPr lang="ru-RU" sz="117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www.ibs-training.ru</a:t>
            </a:r>
            <a:endParaRPr lang="ru-RU" sz="117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10" name="CustomShape 4"/>
          <p:cNvSpPr/>
          <p:nvPr/>
        </p:nvSpPr>
        <p:spPr>
          <a:xfrm>
            <a:off x="6052320" y="6050160"/>
            <a:ext cx="2036160" cy="176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>
              <a:lnSpc>
                <a:spcPct val="100000"/>
              </a:lnSpc>
            </a:pPr>
            <a:r>
              <a:rPr lang="ru-RU" sz="117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vk.com/ibs_training_center</a:t>
            </a:r>
            <a:endParaRPr lang="ru-RU" sz="117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11" name="CustomShape 5"/>
          <p:cNvSpPr/>
          <p:nvPr/>
        </p:nvSpPr>
        <p:spPr>
          <a:xfrm>
            <a:off x="5714640" y="6022440"/>
            <a:ext cx="231480" cy="236880"/>
          </a:xfrm>
          <a:prstGeom prst="rect">
            <a:avLst/>
          </a:prstGeom>
          <a:solidFill>
            <a:schemeClr val="bg1"/>
          </a:solidFill>
          <a:ln w="324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412" name="Рисунок 68"/>
          <p:cNvPicPr/>
          <p:nvPr/>
        </p:nvPicPr>
        <p:blipFill>
          <a:blip r:embed="rId4"/>
          <a:stretch/>
        </p:blipFill>
        <p:spPr>
          <a:xfrm>
            <a:off x="5757480" y="6094440"/>
            <a:ext cx="147240" cy="932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13" name="CustomShape 6"/>
          <p:cNvSpPr/>
          <p:nvPr/>
        </p:nvSpPr>
        <p:spPr>
          <a:xfrm>
            <a:off x="3488040" y="6346800"/>
            <a:ext cx="2036160" cy="176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>
              <a:lnSpc>
                <a:spcPct val="100000"/>
              </a:lnSpc>
            </a:pPr>
            <a:r>
              <a:rPr lang="ru-RU" sz="117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 t.me/IBS_Training_Center</a:t>
            </a:r>
            <a:endParaRPr lang="ru-RU" sz="117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14" name="CustomShape 7"/>
          <p:cNvSpPr/>
          <p:nvPr/>
        </p:nvSpPr>
        <p:spPr>
          <a:xfrm>
            <a:off x="6052320" y="6346800"/>
            <a:ext cx="2036160" cy="176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>
              <a:lnSpc>
                <a:spcPct val="100000"/>
              </a:lnSpc>
            </a:pPr>
            <a:r>
              <a:rPr lang="ru-RU" sz="117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dzen.ru/ibs_training_center</a:t>
            </a:r>
            <a:endParaRPr lang="ru-RU" sz="117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15" name="CustomShape 8"/>
          <p:cNvSpPr/>
          <p:nvPr/>
        </p:nvSpPr>
        <p:spPr>
          <a:xfrm>
            <a:off x="5719320" y="6319080"/>
            <a:ext cx="236880" cy="236880"/>
          </a:xfrm>
          <a:prstGeom prst="rect">
            <a:avLst/>
          </a:prstGeom>
          <a:solidFill>
            <a:schemeClr val="bg1"/>
          </a:solidFill>
          <a:ln w="324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416" name="Рисунок 66"/>
          <p:cNvPicPr/>
          <p:nvPr/>
        </p:nvPicPr>
        <p:blipFill>
          <a:blip r:embed="rId5"/>
          <a:stretch/>
        </p:blipFill>
        <p:spPr>
          <a:xfrm>
            <a:off x="5756400" y="6357240"/>
            <a:ext cx="157320" cy="16128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417" name="Рисунок 63"/>
          <p:cNvPicPr/>
          <p:nvPr/>
        </p:nvPicPr>
        <p:blipFill>
          <a:blip r:embed="rId6"/>
          <a:stretch/>
        </p:blipFill>
        <p:spPr>
          <a:xfrm>
            <a:off x="3206160" y="6335640"/>
            <a:ext cx="231480" cy="23688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418" name="Рисунок 64"/>
          <p:cNvPicPr/>
          <p:nvPr/>
        </p:nvPicPr>
        <p:blipFill>
          <a:blip r:embed="rId7"/>
          <a:stretch/>
        </p:blipFill>
        <p:spPr>
          <a:xfrm>
            <a:off x="3206520" y="6015600"/>
            <a:ext cx="231480" cy="2368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19" name="PlaceHolder 1"/>
          <p:cNvSpPr>
            <a:spLocks noGrp="1"/>
          </p:cNvSpPr>
          <p:nvPr>
            <p:ph type="title"/>
          </p:nvPr>
        </p:nvSpPr>
        <p:spPr>
          <a:xfrm>
            <a:off x="593640" y="218880"/>
            <a:ext cx="10689840" cy="12492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lnSpc>
                <a:spcPct val="100000"/>
              </a:lnSpc>
              <a:buNone/>
              <a:tabLst>
                <a:tab pos="0" algn="l"/>
              </a:tabLst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текста заглавия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20" name="PlaceHolder 2"/>
          <p:cNvSpPr>
            <a:spLocks noGrp="1"/>
          </p:cNvSpPr>
          <p:nvPr>
            <p:ph type="body"/>
          </p:nvPr>
        </p:nvSpPr>
        <p:spPr>
          <a:xfrm>
            <a:off x="593640" y="1600560"/>
            <a:ext cx="5216040" cy="18910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32000"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21" name="PlaceHolder 3"/>
          <p:cNvSpPr>
            <a:spLocks noGrp="1"/>
          </p:cNvSpPr>
          <p:nvPr>
            <p:ph type="body"/>
          </p:nvPr>
        </p:nvSpPr>
        <p:spPr>
          <a:xfrm>
            <a:off x="593640" y="3672720"/>
            <a:ext cx="5216040" cy="18910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22" name="PlaceHolder 4"/>
          <p:cNvSpPr>
            <a:spLocks noGrp="1"/>
          </p:cNvSpPr>
          <p:nvPr>
            <p:ph type="body"/>
          </p:nvPr>
        </p:nvSpPr>
        <p:spPr>
          <a:xfrm>
            <a:off x="6072120" y="1600560"/>
            <a:ext cx="5216040" cy="39657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6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AndTwoObj" preserve="1">
  <p:cSld name="Обычный 5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23" name="Рисунок 19"/>
          <p:cNvPicPr/>
          <p:nvPr/>
        </p:nvPicPr>
        <p:blipFill>
          <a:blip r:embed="rId2"/>
          <a:stretch/>
        </p:blipFill>
        <p:spPr>
          <a:xfrm>
            <a:off x="0" y="0"/>
            <a:ext cx="11876760" cy="68378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24" name="CustomShape 1"/>
          <p:cNvSpPr/>
          <p:nvPr/>
        </p:nvSpPr>
        <p:spPr>
          <a:xfrm>
            <a:off x="0" y="0"/>
            <a:ext cx="11876760" cy="6837840"/>
          </a:xfrm>
          <a:prstGeom prst="rect">
            <a:avLst/>
          </a:prstGeom>
          <a:gradFill rotWithShape="0">
            <a:gsLst>
              <a:gs pos="23000">
                <a:srgbClr val="1F497D">
                  <a:alpha val="60000"/>
                </a:srgbClr>
              </a:gs>
              <a:gs pos="100000">
                <a:srgbClr val="1F497D">
                  <a:alpha val="46000"/>
                </a:srgbClr>
              </a:gs>
            </a:gsLst>
            <a:lin ang="0"/>
          </a:gra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25" name="CustomShape 2"/>
          <p:cNvSpPr/>
          <p:nvPr/>
        </p:nvSpPr>
        <p:spPr>
          <a:xfrm>
            <a:off x="0" y="607320"/>
            <a:ext cx="151560" cy="117792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/>
        </p:style>
        <p:txBody>
          <a:bodyPr lIns="75960" tIns="45000" rIns="7596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426" name="Рисунок 22"/>
          <p:cNvPicPr/>
          <p:nvPr/>
        </p:nvPicPr>
        <p:blipFill>
          <a:blip r:embed="rId3"/>
          <a:stretch/>
        </p:blipFill>
        <p:spPr>
          <a:xfrm>
            <a:off x="609120" y="5953680"/>
            <a:ext cx="1841400" cy="6732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27" name="CustomShape 3"/>
          <p:cNvSpPr/>
          <p:nvPr/>
        </p:nvSpPr>
        <p:spPr>
          <a:xfrm>
            <a:off x="3522600" y="6050160"/>
            <a:ext cx="1660320" cy="176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>
              <a:lnSpc>
                <a:spcPct val="100000"/>
              </a:lnSpc>
            </a:pPr>
            <a:r>
              <a:rPr lang="ru-RU" sz="117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www.ibs-training.ru</a:t>
            </a:r>
            <a:endParaRPr lang="ru-RU" sz="117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28" name="CustomShape 4"/>
          <p:cNvSpPr/>
          <p:nvPr/>
        </p:nvSpPr>
        <p:spPr>
          <a:xfrm>
            <a:off x="6052320" y="6050160"/>
            <a:ext cx="2036160" cy="176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>
              <a:lnSpc>
                <a:spcPct val="100000"/>
              </a:lnSpc>
            </a:pPr>
            <a:r>
              <a:rPr lang="ru-RU" sz="117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vk.com/ibs_training_center</a:t>
            </a:r>
            <a:endParaRPr lang="ru-RU" sz="117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29" name="CustomShape 5"/>
          <p:cNvSpPr/>
          <p:nvPr/>
        </p:nvSpPr>
        <p:spPr>
          <a:xfrm>
            <a:off x="5714640" y="6022440"/>
            <a:ext cx="231480" cy="236880"/>
          </a:xfrm>
          <a:prstGeom prst="rect">
            <a:avLst/>
          </a:prstGeom>
          <a:solidFill>
            <a:schemeClr val="bg1"/>
          </a:solidFill>
          <a:ln w="324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430" name="Рисунок 68"/>
          <p:cNvPicPr/>
          <p:nvPr/>
        </p:nvPicPr>
        <p:blipFill>
          <a:blip r:embed="rId4"/>
          <a:stretch/>
        </p:blipFill>
        <p:spPr>
          <a:xfrm>
            <a:off x="5757480" y="6094440"/>
            <a:ext cx="147240" cy="932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31" name="CustomShape 6"/>
          <p:cNvSpPr/>
          <p:nvPr/>
        </p:nvSpPr>
        <p:spPr>
          <a:xfrm>
            <a:off x="3488040" y="6346800"/>
            <a:ext cx="2036160" cy="176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>
              <a:lnSpc>
                <a:spcPct val="100000"/>
              </a:lnSpc>
            </a:pPr>
            <a:r>
              <a:rPr lang="ru-RU" sz="117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 t.me/IBS_Training_Center</a:t>
            </a:r>
            <a:endParaRPr lang="ru-RU" sz="117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32" name="CustomShape 7"/>
          <p:cNvSpPr/>
          <p:nvPr/>
        </p:nvSpPr>
        <p:spPr>
          <a:xfrm>
            <a:off x="6052320" y="6346800"/>
            <a:ext cx="2036160" cy="176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>
              <a:lnSpc>
                <a:spcPct val="100000"/>
              </a:lnSpc>
            </a:pPr>
            <a:r>
              <a:rPr lang="ru-RU" sz="117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dzen.ru/ibs_training_center</a:t>
            </a:r>
            <a:endParaRPr lang="ru-RU" sz="117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33" name="CustomShape 8"/>
          <p:cNvSpPr/>
          <p:nvPr/>
        </p:nvSpPr>
        <p:spPr>
          <a:xfrm>
            <a:off x="5719320" y="6319080"/>
            <a:ext cx="236880" cy="236880"/>
          </a:xfrm>
          <a:prstGeom prst="rect">
            <a:avLst/>
          </a:prstGeom>
          <a:solidFill>
            <a:schemeClr val="bg1"/>
          </a:solidFill>
          <a:ln w="324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434" name="Рисунок 66"/>
          <p:cNvPicPr/>
          <p:nvPr/>
        </p:nvPicPr>
        <p:blipFill>
          <a:blip r:embed="rId5"/>
          <a:stretch/>
        </p:blipFill>
        <p:spPr>
          <a:xfrm>
            <a:off x="5756400" y="6357240"/>
            <a:ext cx="157320" cy="16128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435" name="Рисунок 63"/>
          <p:cNvPicPr/>
          <p:nvPr/>
        </p:nvPicPr>
        <p:blipFill>
          <a:blip r:embed="rId6"/>
          <a:stretch/>
        </p:blipFill>
        <p:spPr>
          <a:xfrm>
            <a:off x="3206160" y="6335640"/>
            <a:ext cx="231480" cy="23688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436" name="Рисунок 64"/>
          <p:cNvPicPr/>
          <p:nvPr/>
        </p:nvPicPr>
        <p:blipFill>
          <a:blip r:embed="rId7"/>
          <a:stretch/>
        </p:blipFill>
        <p:spPr>
          <a:xfrm>
            <a:off x="3206520" y="6015600"/>
            <a:ext cx="231480" cy="2368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37" name="PlaceHolder 1"/>
          <p:cNvSpPr>
            <a:spLocks noGrp="1"/>
          </p:cNvSpPr>
          <p:nvPr>
            <p:ph type="title"/>
          </p:nvPr>
        </p:nvSpPr>
        <p:spPr>
          <a:xfrm>
            <a:off x="593640" y="218880"/>
            <a:ext cx="10689840" cy="12492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lnSpc>
                <a:spcPct val="100000"/>
              </a:lnSpc>
              <a:buNone/>
              <a:tabLst>
                <a:tab pos="0" algn="l"/>
              </a:tabLst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текста заглавия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38" name="PlaceHolder 2"/>
          <p:cNvSpPr>
            <a:spLocks noGrp="1"/>
          </p:cNvSpPr>
          <p:nvPr>
            <p:ph type="body"/>
          </p:nvPr>
        </p:nvSpPr>
        <p:spPr>
          <a:xfrm>
            <a:off x="593640" y="1600560"/>
            <a:ext cx="5216040" cy="39657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32000"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39" name="PlaceHolder 3"/>
          <p:cNvSpPr>
            <a:spLocks noGrp="1"/>
          </p:cNvSpPr>
          <p:nvPr>
            <p:ph type="body"/>
          </p:nvPr>
        </p:nvSpPr>
        <p:spPr>
          <a:xfrm>
            <a:off x="6072120" y="1600560"/>
            <a:ext cx="5216040" cy="18910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40" name="PlaceHolder 4"/>
          <p:cNvSpPr>
            <a:spLocks noGrp="1"/>
          </p:cNvSpPr>
          <p:nvPr>
            <p:ph type="body"/>
          </p:nvPr>
        </p:nvSpPr>
        <p:spPr>
          <a:xfrm>
            <a:off x="6072120" y="3672720"/>
            <a:ext cx="5216040" cy="18910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6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Обычный 5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41" name="Рисунок 19"/>
          <p:cNvPicPr/>
          <p:nvPr/>
        </p:nvPicPr>
        <p:blipFill>
          <a:blip r:embed="rId2"/>
          <a:stretch/>
        </p:blipFill>
        <p:spPr>
          <a:xfrm>
            <a:off x="0" y="0"/>
            <a:ext cx="11876760" cy="68378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42" name="CustomShape 1"/>
          <p:cNvSpPr/>
          <p:nvPr/>
        </p:nvSpPr>
        <p:spPr>
          <a:xfrm>
            <a:off x="0" y="0"/>
            <a:ext cx="11876760" cy="6837840"/>
          </a:xfrm>
          <a:prstGeom prst="rect">
            <a:avLst/>
          </a:prstGeom>
          <a:gradFill rotWithShape="0">
            <a:gsLst>
              <a:gs pos="23000">
                <a:srgbClr val="1F497D">
                  <a:alpha val="60000"/>
                </a:srgbClr>
              </a:gs>
              <a:gs pos="100000">
                <a:srgbClr val="1F497D">
                  <a:alpha val="46000"/>
                </a:srgbClr>
              </a:gs>
            </a:gsLst>
            <a:lin ang="0"/>
          </a:gra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43" name="CustomShape 2"/>
          <p:cNvSpPr/>
          <p:nvPr/>
        </p:nvSpPr>
        <p:spPr>
          <a:xfrm>
            <a:off x="0" y="607320"/>
            <a:ext cx="151560" cy="117792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/>
        </p:style>
        <p:txBody>
          <a:bodyPr lIns="75960" tIns="45000" rIns="7596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444" name="Рисунок 22"/>
          <p:cNvPicPr/>
          <p:nvPr/>
        </p:nvPicPr>
        <p:blipFill>
          <a:blip r:embed="rId3"/>
          <a:stretch/>
        </p:blipFill>
        <p:spPr>
          <a:xfrm>
            <a:off x="609120" y="5953680"/>
            <a:ext cx="1841400" cy="6732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45" name="CustomShape 3"/>
          <p:cNvSpPr/>
          <p:nvPr/>
        </p:nvSpPr>
        <p:spPr>
          <a:xfrm>
            <a:off x="3522600" y="6050160"/>
            <a:ext cx="1660320" cy="176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>
              <a:lnSpc>
                <a:spcPct val="100000"/>
              </a:lnSpc>
            </a:pPr>
            <a:r>
              <a:rPr lang="ru-RU" sz="117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www.ibs-training.ru</a:t>
            </a:r>
            <a:endParaRPr lang="ru-RU" sz="117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46" name="CustomShape 4"/>
          <p:cNvSpPr/>
          <p:nvPr/>
        </p:nvSpPr>
        <p:spPr>
          <a:xfrm>
            <a:off x="6052320" y="6050160"/>
            <a:ext cx="2036160" cy="176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>
              <a:lnSpc>
                <a:spcPct val="100000"/>
              </a:lnSpc>
            </a:pPr>
            <a:r>
              <a:rPr lang="ru-RU" sz="117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vk.com/ibs_training_center</a:t>
            </a:r>
            <a:endParaRPr lang="ru-RU" sz="117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47" name="CustomShape 5"/>
          <p:cNvSpPr/>
          <p:nvPr/>
        </p:nvSpPr>
        <p:spPr>
          <a:xfrm>
            <a:off x="5714640" y="6022440"/>
            <a:ext cx="231480" cy="236880"/>
          </a:xfrm>
          <a:prstGeom prst="rect">
            <a:avLst/>
          </a:prstGeom>
          <a:solidFill>
            <a:schemeClr val="bg1"/>
          </a:solidFill>
          <a:ln w="324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448" name="Рисунок 68"/>
          <p:cNvPicPr/>
          <p:nvPr/>
        </p:nvPicPr>
        <p:blipFill>
          <a:blip r:embed="rId4"/>
          <a:stretch/>
        </p:blipFill>
        <p:spPr>
          <a:xfrm>
            <a:off x="5757480" y="6094440"/>
            <a:ext cx="147240" cy="932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49" name="CustomShape 6"/>
          <p:cNvSpPr/>
          <p:nvPr/>
        </p:nvSpPr>
        <p:spPr>
          <a:xfrm>
            <a:off x="3488040" y="6346800"/>
            <a:ext cx="2036160" cy="176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>
              <a:lnSpc>
                <a:spcPct val="100000"/>
              </a:lnSpc>
            </a:pPr>
            <a:r>
              <a:rPr lang="ru-RU" sz="117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 t.me/IBS_Training_Center</a:t>
            </a:r>
            <a:endParaRPr lang="ru-RU" sz="117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50" name="CustomShape 7"/>
          <p:cNvSpPr/>
          <p:nvPr/>
        </p:nvSpPr>
        <p:spPr>
          <a:xfrm>
            <a:off x="6052320" y="6346800"/>
            <a:ext cx="2036160" cy="176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>
              <a:lnSpc>
                <a:spcPct val="100000"/>
              </a:lnSpc>
            </a:pPr>
            <a:r>
              <a:rPr lang="ru-RU" sz="117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dzen.ru/ibs_training_center</a:t>
            </a:r>
            <a:endParaRPr lang="ru-RU" sz="117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51" name="CustomShape 8"/>
          <p:cNvSpPr/>
          <p:nvPr/>
        </p:nvSpPr>
        <p:spPr>
          <a:xfrm>
            <a:off x="5719320" y="6319080"/>
            <a:ext cx="236880" cy="236880"/>
          </a:xfrm>
          <a:prstGeom prst="rect">
            <a:avLst/>
          </a:prstGeom>
          <a:solidFill>
            <a:schemeClr val="bg1"/>
          </a:solidFill>
          <a:ln w="324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452" name="Рисунок 66"/>
          <p:cNvPicPr/>
          <p:nvPr/>
        </p:nvPicPr>
        <p:blipFill>
          <a:blip r:embed="rId5"/>
          <a:stretch/>
        </p:blipFill>
        <p:spPr>
          <a:xfrm>
            <a:off x="5756400" y="6357240"/>
            <a:ext cx="157320" cy="16128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453" name="Рисунок 63"/>
          <p:cNvPicPr/>
          <p:nvPr/>
        </p:nvPicPr>
        <p:blipFill>
          <a:blip r:embed="rId6"/>
          <a:stretch/>
        </p:blipFill>
        <p:spPr>
          <a:xfrm>
            <a:off x="3206160" y="6335640"/>
            <a:ext cx="231480" cy="23688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454" name="Рисунок 64"/>
          <p:cNvPicPr/>
          <p:nvPr/>
        </p:nvPicPr>
        <p:blipFill>
          <a:blip r:embed="rId7"/>
          <a:stretch/>
        </p:blipFill>
        <p:spPr>
          <a:xfrm>
            <a:off x="3206520" y="6015600"/>
            <a:ext cx="231480" cy="2368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55" name="PlaceHolder 1"/>
          <p:cNvSpPr>
            <a:spLocks noGrp="1"/>
          </p:cNvSpPr>
          <p:nvPr>
            <p:ph type="title"/>
          </p:nvPr>
        </p:nvSpPr>
        <p:spPr>
          <a:xfrm>
            <a:off x="593640" y="218880"/>
            <a:ext cx="10689840" cy="12492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lnSpc>
                <a:spcPct val="100000"/>
              </a:lnSpc>
              <a:buNone/>
              <a:tabLst>
                <a:tab pos="0" algn="l"/>
              </a:tabLst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текста заглавия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56" name="PlaceHolder 2"/>
          <p:cNvSpPr>
            <a:spLocks noGrp="1"/>
          </p:cNvSpPr>
          <p:nvPr>
            <p:ph type="body"/>
          </p:nvPr>
        </p:nvSpPr>
        <p:spPr>
          <a:xfrm>
            <a:off x="593640" y="1600560"/>
            <a:ext cx="5216040" cy="18910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32000"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57" name="PlaceHolder 3"/>
          <p:cNvSpPr>
            <a:spLocks noGrp="1"/>
          </p:cNvSpPr>
          <p:nvPr>
            <p:ph type="body"/>
          </p:nvPr>
        </p:nvSpPr>
        <p:spPr>
          <a:xfrm>
            <a:off x="6072120" y="1600560"/>
            <a:ext cx="5216040" cy="18910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58" name="PlaceHolder 4"/>
          <p:cNvSpPr>
            <a:spLocks noGrp="1"/>
          </p:cNvSpPr>
          <p:nvPr>
            <p:ph type="body"/>
          </p:nvPr>
        </p:nvSpPr>
        <p:spPr>
          <a:xfrm>
            <a:off x="593640" y="3672720"/>
            <a:ext cx="10689840" cy="18910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6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Обычный 5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59" name="Рисунок 19"/>
          <p:cNvPicPr/>
          <p:nvPr/>
        </p:nvPicPr>
        <p:blipFill>
          <a:blip r:embed="rId2"/>
          <a:stretch/>
        </p:blipFill>
        <p:spPr>
          <a:xfrm>
            <a:off x="0" y="0"/>
            <a:ext cx="11876760" cy="68378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60" name="CustomShape 1"/>
          <p:cNvSpPr/>
          <p:nvPr/>
        </p:nvSpPr>
        <p:spPr>
          <a:xfrm>
            <a:off x="0" y="0"/>
            <a:ext cx="11876760" cy="6837840"/>
          </a:xfrm>
          <a:prstGeom prst="rect">
            <a:avLst/>
          </a:prstGeom>
          <a:gradFill rotWithShape="0">
            <a:gsLst>
              <a:gs pos="23000">
                <a:srgbClr val="1F497D">
                  <a:alpha val="60000"/>
                </a:srgbClr>
              </a:gs>
              <a:gs pos="100000">
                <a:srgbClr val="1F497D">
                  <a:alpha val="46000"/>
                </a:srgbClr>
              </a:gs>
            </a:gsLst>
            <a:lin ang="0"/>
          </a:gra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61" name="CustomShape 2"/>
          <p:cNvSpPr/>
          <p:nvPr/>
        </p:nvSpPr>
        <p:spPr>
          <a:xfrm>
            <a:off x="0" y="607320"/>
            <a:ext cx="151560" cy="117792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/>
        </p:style>
        <p:txBody>
          <a:bodyPr lIns="75960" tIns="45000" rIns="7596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462" name="Рисунок 22"/>
          <p:cNvPicPr/>
          <p:nvPr/>
        </p:nvPicPr>
        <p:blipFill>
          <a:blip r:embed="rId3"/>
          <a:stretch/>
        </p:blipFill>
        <p:spPr>
          <a:xfrm>
            <a:off x="609120" y="5953680"/>
            <a:ext cx="1841400" cy="6732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63" name="CustomShape 3"/>
          <p:cNvSpPr/>
          <p:nvPr/>
        </p:nvSpPr>
        <p:spPr>
          <a:xfrm>
            <a:off x="3522600" y="6050160"/>
            <a:ext cx="1660320" cy="176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>
              <a:lnSpc>
                <a:spcPct val="100000"/>
              </a:lnSpc>
            </a:pPr>
            <a:r>
              <a:rPr lang="ru-RU" sz="117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www.ibs-training.ru</a:t>
            </a:r>
            <a:endParaRPr lang="ru-RU" sz="117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64" name="CustomShape 4"/>
          <p:cNvSpPr/>
          <p:nvPr/>
        </p:nvSpPr>
        <p:spPr>
          <a:xfrm>
            <a:off x="6052320" y="6050160"/>
            <a:ext cx="2036160" cy="176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>
              <a:lnSpc>
                <a:spcPct val="100000"/>
              </a:lnSpc>
            </a:pPr>
            <a:r>
              <a:rPr lang="ru-RU" sz="117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vk.com/ibs_training_center</a:t>
            </a:r>
            <a:endParaRPr lang="ru-RU" sz="117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65" name="CustomShape 5"/>
          <p:cNvSpPr/>
          <p:nvPr/>
        </p:nvSpPr>
        <p:spPr>
          <a:xfrm>
            <a:off x="5714640" y="6022440"/>
            <a:ext cx="231480" cy="236880"/>
          </a:xfrm>
          <a:prstGeom prst="rect">
            <a:avLst/>
          </a:prstGeom>
          <a:solidFill>
            <a:schemeClr val="bg1"/>
          </a:solidFill>
          <a:ln w="324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466" name="Рисунок 68"/>
          <p:cNvPicPr/>
          <p:nvPr/>
        </p:nvPicPr>
        <p:blipFill>
          <a:blip r:embed="rId4"/>
          <a:stretch/>
        </p:blipFill>
        <p:spPr>
          <a:xfrm>
            <a:off x="5757480" y="6094440"/>
            <a:ext cx="147240" cy="932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67" name="CustomShape 6"/>
          <p:cNvSpPr/>
          <p:nvPr/>
        </p:nvSpPr>
        <p:spPr>
          <a:xfrm>
            <a:off x="3488040" y="6346800"/>
            <a:ext cx="2036160" cy="176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>
              <a:lnSpc>
                <a:spcPct val="100000"/>
              </a:lnSpc>
            </a:pPr>
            <a:r>
              <a:rPr lang="ru-RU" sz="117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 t.me/IBS_Training_Center</a:t>
            </a:r>
            <a:endParaRPr lang="ru-RU" sz="117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68" name="CustomShape 7"/>
          <p:cNvSpPr/>
          <p:nvPr/>
        </p:nvSpPr>
        <p:spPr>
          <a:xfrm>
            <a:off x="6052320" y="6346800"/>
            <a:ext cx="2036160" cy="176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>
              <a:lnSpc>
                <a:spcPct val="100000"/>
              </a:lnSpc>
            </a:pPr>
            <a:r>
              <a:rPr lang="ru-RU" sz="117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dzen.ru/ibs_training_center</a:t>
            </a:r>
            <a:endParaRPr lang="ru-RU" sz="117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69" name="CustomShape 8"/>
          <p:cNvSpPr/>
          <p:nvPr/>
        </p:nvSpPr>
        <p:spPr>
          <a:xfrm>
            <a:off x="5719320" y="6319080"/>
            <a:ext cx="236880" cy="236880"/>
          </a:xfrm>
          <a:prstGeom prst="rect">
            <a:avLst/>
          </a:prstGeom>
          <a:solidFill>
            <a:schemeClr val="bg1"/>
          </a:solidFill>
          <a:ln w="324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470" name="Рисунок 66"/>
          <p:cNvPicPr/>
          <p:nvPr/>
        </p:nvPicPr>
        <p:blipFill>
          <a:blip r:embed="rId5"/>
          <a:stretch/>
        </p:blipFill>
        <p:spPr>
          <a:xfrm>
            <a:off x="5756400" y="6357240"/>
            <a:ext cx="157320" cy="16128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471" name="Рисунок 63"/>
          <p:cNvPicPr/>
          <p:nvPr/>
        </p:nvPicPr>
        <p:blipFill>
          <a:blip r:embed="rId6"/>
          <a:stretch/>
        </p:blipFill>
        <p:spPr>
          <a:xfrm>
            <a:off x="3206160" y="6335640"/>
            <a:ext cx="231480" cy="23688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472" name="Рисунок 64"/>
          <p:cNvPicPr/>
          <p:nvPr/>
        </p:nvPicPr>
        <p:blipFill>
          <a:blip r:embed="rId7"/>
          <a:stretch/>
        </p:blipFill>
        <p:spPr>
          <a:xfrm>
            <a:off x="3206520" y="6015600"/>
            <a:ext cx="231480" cy="2368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73" name="PlaceHolder 1"/>
          <p:cNvSpPr>
            <a:spLocks noGrp="1"/>
          </p:cNvSpPr>
          <p:nvPr>
            <p:ph type="title"/>
          </p:nvPr>
        </p:nvSpPr>
        <p:spPr>
          <a:xfrm>
            <a:off x="593640" y="218880"/>
            <a:ext cx="10689840" cy="12492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lnSpc>
                <a:spcPct val="100000"/>
              </a:lnSpc>
              <a:buNone/>
              <a:tabLst>
                <a:tab pos="0" algn="l"/>
              </a:tabLst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текста заглавия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74" name="PlaceHolder 2"/>
          <p:cNvSpPr>
            <a:spLocks noGrp="1"/>
          </p:cNvSpPr>
          <p:nvPr>
            <p:ph type="body"/>
          </p:nvPr>
        </p:nvSpPr>
        <p:spPr>
          <a:xfrm>
            <a:off x="593640" y="1600560"/>
            <a:ext cx="10689840" cy="18910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32000"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75" name="PlaceHolder 3"/>
          <p:cNvSpPr>
            <a:spLocks noGrp="1"/>
          </p:cNvSpPr>
          <p:nvPr>
            <p:ph type="body"/>
          </p:nvPr>
        </p:nvSpPr>
        <p:spPr>
          <a:xfrm>
            <a:off x="593640" y="3672720"/>
            <a:ext cx="10689840" cy="18910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6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Обычный 5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76" name="Рисунок 19"/>
          <p:cNvPicPr/>
          <p:nvPr/>
        </p:nvPicPr>
        <p:blipFill>
          <a:blip r:embed="rId2"/>
          <a:stretch/>
        </p:blipFill>
        <p:spPr>
          <a:xfrm>
            <a:off x="0" y="0"/>
            <a:ext cx="11876760" cy="68378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77" name="CustomShape 1"/>
          <p:cNvSpPr/>
          <p:nvPr/>
        </p:nvSpPr>
        <p:spPr>
          <a:xfrm>
            <a:off x="0" y="0"/>
            <a:ext cx="11876760" cy="6837840"/>
          </a:xfrm>
          <a:prstGeom prst="rect">
            <a:avLst/>
          </a:prstGeom>
          <a:gradFill rotWithShape="0">
            <a:gsLst>
              <a:gs pos="23000">
                <a:srgbClr val="1F497D">
                  <a:alpha val="60000"/>
                </a:srgbClr>
              </a:gs>
              <a:gs pos="100000">
                <a:srgbClr val="1F497D">
                  <a:alpha val="46000"/>
                </a:srgbClr>
              </a:gs>
            </a:gsLst>
            <a:lin ang="0"/>
          </a:gra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78" name="CustomShape 2"/>
          <p:cNvSpPr/>
          <p:nvPr/>
        </p:nvSpPr>
        <p:spPr>
          <a:xfrm>
            <a:off x="0" y="607320"/>
            <a:ext cx="151560" cy="117792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/>
        </p:style>
        <p:txBody>
          <a:bodyPr lIns="75960" tIns="45000" rIns="7596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479" name="Рисунок 22"/>
          <p:cNvPicPr/>
          <p:nvPr/>
        </p:nvPicPr>
        <p:blipFill>
          <a:blip r:embed="rId3"/>
          <a:stretch/>
        </p:blipFill>
        <p:spPr>
          <a:xfrm>
            <a:off x="609120" y="5953680"/>
            <a:ext cx="1841400" cy="6732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80" name="CustomShape 3"/>
          <p:cNvSpPr/>
          <p:nvPr/>
        </p:nvSpPr>
        <p:spPr>
          <a:xfrm>
            <a:off x="3522600" y="6050160"/>
            <a:ext cx="1660320" cy="176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>
              <a:lnSpc>
                <a:spcPct val="100000"/>
              </a:lnSpc>
            </a:pPr>
            <a:r>
              <a:rPr lang="ru-RU" sz="117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www.ibs-training.ru</a:t>
            </a:r>
            <a:endParaRPr lang="ru-RU" sz="117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81" name="CustomShape 4"/>
          <p:cNvSpPr/>
          <p:nvPr/>
        </p:nvSpPr>
        <p:spPr>
          <a:xfrm>
            <a:off x="6052320" y="6050160"/>
            <a:ext cx="2036160" cy="176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>
              <a:lnSpc>
                <a:spcPct val="100000"/>
              </a:lnSpc>
            </a:pPr>
            <a:r>
              <a:rPr lang="ru-RU" sz="117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vk.com/ibs_training_center</a:t>
            </a:r>
            <a:endParaRPr lang="ru-RU" sz="117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82" name="CustomShape 5"/>
          <p:cNvSpPr/>
          <p:nvPr/>
        </p:nvSpPr>
        <p:spPr>
          <a:xfrm>
            <a:off x="5714640" y="6022440"/>
            <a:ext cx="231480" cy="236880"/>
          </a:xfrm>
          <a:prstGeom prst="rect">
            <a:avLst/>
          </a:prstGeom>
          <a:solidFill>
            <a:schemeClr val="bg1"/>
          </a:solidFill>
          <a:ln w="324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483" name="Рисунок 68"/>
          <p:cNvPicPr/>
          <p:nvPr/>
        </p:nvPicPr>
        <p:blipFill>
          <a:blip r:embed="rId4"/>
          <a:stretch/>
        </p:blipFill>
        <p:spPr>
          <a:xfrm>
            <a:off x="5757480" y="6094440"/>
            <a:ext cx="147240" cy="932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84" name="CustomShape 6"/>
          <p:cNvSpPr/>
          <p:nvPr/>
        </p:nvSpPr>
        <p:spPr>
          <a:xfrm>
            <a:off x="3488040" y="6346800"/>
            <a:ext cx="2036160" cy="176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>
              <a:lnSpc>
                <a:spcPct val="100000"/>
              </a:lnSpc>
            </a:pPr>
            <a:r>
              <a:rPr lang="ru-RU" sz="117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 t.me/IBS_Training_Center</a:t>
            </a:r>
            <a:endParaRPr lang="ru-RU" sz="117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85" name="CustomShape 7"/>
          <p:cNvSpPr/>
          <p:nvPr/>
        </p:nvSpPr>
        <p:spPr>
          <a:xfrm>
            <a:off x="6052320" y="6346800"/>
            <a:ext cx="2036160" cy="176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>
              <a:lnSpc>
                <a:spcPct val="100000"/>
              </a:lnSpc>
            </a:pPr>
            <a:r>
              <a:rPr lang="ru-RU" sz="117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dzen.ru/ibs_training_center</a:t>
            </a:r>
            <a:endParaRPr lang="ru-RU" sz="117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86" name="CustomShape 8"/>
          <p:cNvSpPr/>
          <p:nvPr/>
        </p:nvSpPr>
        <p:spPr>
          <a:xfrm>
            <a:off x="5719320" y="6319080"/>
            <a:ext cx="236880" cy="236880"/>
          </a:xfrm>
          <a:prstGeom prst="rect">
            <a:avLst/>
          </a:prstGeom>
          <a:solidFill>
            <a:schemeClr val="bg1"/>
          </a:solidFill>
          <a:ln w="324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487" name="Рисунок 66"/>
          <p:cNvPicPr/>
          <p:nvPr/>
        </p:nvPicPr>
        <p:blipFill>
          <a:blip r:embed="rId5"/>
          <a:stretch/>
        </p:blipFill>
        <p:spPr>
          <a:xfrm>
            <a:off x="5756400" y="6357240"/>
            <a:ext cx="157320" cy="16128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488" name="Рисунок 63"/>
          <p:cNvPicPr/>
          <p:nvPr/>
        </p:nvPicPr>
        <p:blipFill>
          <a:blip r:embed="rId6"/>
          <a:stretch/>
        </p:blipFill>
        <p:spPr>
          <a:xfrm>
            <a:off x="3206160" y="6335640"/>
            <a:ext cx="231480" cy="23688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489" name="Рисунок 64"/>
          <p:cNvPicPr/>
          <p:nvPr/>
        </p:nvPicPr>
        <p:blipFill>
          <a:blip r:embed="rId7"/>
          <a:stretch/>
        </p:blipFill>
        <p:spPr>
          <a:xfrm>
            <a:off x="3206520" y="6015600"/>
            <a:ext cx="231480" cy="2368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90" name="PlaceHolder 1"/>
          <p:cNvSpPr>
            <a:spLocks noGrp="1"/>
          </p:cNvSpPr>
          <p:nvPr>
            <p:ph type="title"/>
          </p:nvPr>
        </p:nvSpPr>
        <p:spPr>
          <a:xfrm>
            <a:off x="593640" y="218880"/>
            <a:ext cx="10689840" cy="12492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lnSpc>
                <a:spcPct val="100000"/>
              </a:lnSpc>
              <a:buNone/>
              <a:tabLst>
                <a:tab pos="0" algn="l"/>
              </a:tabLst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текста заглавия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91" name="PlaceHolder 2"/>
          <p:cNvSpPr>
            <a:spLocks noGrp="1"/>
          </p:cNvSpPr>
          <p:nvPr>
            <p:ph type="body"/>
          </p:nvPr>
        </p:nvSpPr>
        <p:spPr>
          <a:xfrm>
            <a:off x="593640" y="1600560"/>
            <a:ext cx="5216040" cy="18910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32000"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92" name="PlaceHolder 3"/>
          <p:cNvSpPr>
            <a:spLocks noGrp="1"/>
          </p:cNvSpPr>
          <p:nvPr>
            <p:ph type="body"/>
          </p:nvPr>
        </p:nvSpPr>
        <p:spPr>
          <a:xfrm>
            <a:off x="6072120" y="1600560"/>
            <a:ext cx="5216040" cy="18910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93" name="PlaceHolder 4"/>
          <p:cNvSpPr>
            <a:spLocks noGrp="1"/>
          </p:cNvSpPr>
          <p:nvPr>
            <p:ph type="body"/>
          </p:nvPr>
        </p:nvSpPr>
        <p:spPr>
          <a:xfrm>
            <a:off x="6072120" y="3672720"/>
            <a:ext cx="5216040" cy="18910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94" name="PlaceHolder 5"/>
          <p:cNvSpPr>
            <a:spLocks noGrp="1"/>
          </p:cNvSpPr>
          <p:nvPr>
            <p:ph type="body"/>
          </p:nvPr>
        </p:nvSpPr>
        <p:spPr>
          <a:xfrm>
            <a:off x="593640" y="3672720"/>
            <a:ext cx="5216040" cy="18910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6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Обычный 5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95" name="Рисунок 19"/>
          <p:cNvPicPr/>
          <p:nvPr/>
        </p:nvPicPr>
        <p:blipFill>
          <a:blip r:embed="rId2"/>
          <a:stretch/>
        </p:blipFill>
        <p:spPr>
          <a:xfrm>
            <a:off x="0" y="0"/>
            <a:ext cx="11876760" cy="68378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96" name="CustomShape 1"/>
          <p:cNvSpPr/>
          <p:nvPr/>
        </p:nvSpPr>
        <p:spPr>
          <a:xfrm>
            <a:off x="0" y="0"/>
            <a:ext cx="11876760" cy="6837840"/>
          </a:xfrm>
          <a:prstGeom prst="rect">
            <a:avLst/>
          </a:prstGeom>
          <a:gradFill rotWithShape="0">
            <a:gsLst>
              <a:gs pos="23000">
                <a:srgbClr val="1F497D">
                  <a:alpha val="60000"/>
                </a:srgbClr>
              </a:gs>
              <a:gs pos="100000">
                <a:srgbClr val="1F497D">
                  <a:alpha val="46000"/>
                </a:srgbClr>
              </a:gs>
            </a:gsLst>
            <a:lin ang="0"/>
          </a:gra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97" name="CustomShape 2"/>
          <p:cNvSpPr/>
          <p:nvPr/>
        </p:nvSpPr>
        <p:spPr>
          <a:xfrm>
            <a:off x="0" y="607320"/>
            <a:ext cx="151560" cy="117792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/>
        </p:style>
        <p:txBody>
          <a:bodyPr lIns="75960" tIns="45000" rIns="7596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498" name="Рисунок 22"/>
          <p:cNvPicPr/>
          <p:nvPr/>
        </p:nvPicPr>
        <p:blipFill>
          <a:blip r:embed="rId3"/>
          <a:stretch/>
        </p:blipFill>
        <p:spPr>
          <a:xfrm>
            <a:off x="609120" y="5953680"/>
            <a:ext cx="1841400" cy="6732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99" name="CustomShape 3"/>
          <p:cNvSpPr/>
          <p:nvPr/>
        </p:nvSpPr>
        <p:spPr>
          <a:xfrm>
            <a:off x="3522600" y="6050160"/>
            <a:ext cx="1660320" cy="176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>
              <a:lnSpc>
                <a:spcPct val="100000"/>
              </a:lnSpc>
            </a:pPr>
            <a:r>
              <a:rPr lang="ru-RU" sz="117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www.ibs-training.ru</a:t>
            </a:r>
            <a:endParaRPr lang="ru-RU" sz="117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00" name="CustomShape 4"/>
          <p:cNvSpPr/>
          <p:nvPr/>
        </p:nvSpPr>
        <p:spPr>
          <a:xfrm>
            <a:off x="6052320" y="6050160"/>
            <a:ext cx="2036160" cy="176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>
              <a:lnSpc>
                <a:spcPct val="100000"/>
              </a:lnSpc>
            </a:pPr>
            <a:r>
              <a:rPr lang="ru-RU" sz="117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vk.com/ibs_training_center</a:t>
            </a:r>
            <a:endParaRPr lang="ru-RU" sz="117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01" name="CustomShape 5"/>
          <p:cNvSpPr/>
          <p:nvPr/>
        </p:nvSpPr>
        <p:spPr>
          <a:xfrm>
            <a:off x="5714640" y="6022440"/>
            <a:ext cx="231480" cy="236880"/>
          </a:xfrm>
          <a:prstGeom prst="rect">
            <a:avLst/>
          </a:prstGeom>
          <a:solidFill>
            <a:schemeClr val="bg1"/>
          </a:solidFill>
          <a:ln w="324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502" name="Рисунок 68"/>
          <p:cNvPicPr/>
          <p:nvPr/>
        </p:nvPicPr>
        <p:blipFill>
          <a:blip r:embed="rId4"/>
          <a:stretch/>
        </p:blipFill>
        <p:spPr>
          <a:xfrm>
            <a:off x="5757480" y="6094440"/>
            <a:ext cx="147240" cy="932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03" name="CustomShape 6"/>
          <p:cNvSpPr/>
          <p:nvPr/>
        </p:nvSpPr>
        <p:spPr>
          <a:xfrm>
            <a:off x="3488040" y="6346800"/>
            <a:ext cx="2036160" cy="176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>
              <a:lnSpc>
                <a:spcPct val="100000"/>
              </a:lnSpc>
            </a:pPr>
            <a:r>
              <a:rPr lang="ru-RU" sz="117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 t.me/IBS_Training_Center</a:t>
            </a:r>
            <a:endParaRPr lang="ru-RU" sz="117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04" name="CustomShape 7"/>
          <p:cNvSpPr/>
          <p:nvPr/>
        </p:nvSpPr>
        <p:spPr>
          <a:xfrm>
            <a:off x="6052320" y="6346800"/>
            <a:ext cx="2036160" cy="176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>
              <a:lnSpc>
                <a:spcPct val="100000"/>
              </a:lnSpc>
            </a:pPr>
            <a:r>
              <a:rPr lang="ru-RU" sz="117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dzen.ru/ibs_training_center</a:t>
            </a:r>
            <a:endParaRPr lang="ru-RU" sz="117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05" name="CustomShape 8"/>
          <p:cNvSpPr/>
          <p:nvPr/>
        </p:nvSpPr>
        <p:spPr>
          <a:xfrm>
            <a:off x="5719320" y="6319080"/>
            <a:ext cx="236880" cy="236880"/>
          </a:xfrm>
          <a:prstGeom prst="rect">
            <a:avLst/>
          </a:prstGeom>
          <a:solidFill>
            <a:schemeClr val="bg1"/>
          </a:solidFill>
          <a:ln w="324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506" name="Рисунок 66"/>
          <p:cNvPicPr/>
          <p:nvPr/>
        </p:nvPicPr>
        <p:blipFill>
          <a:blip r:embed="rId5"/>
          <a:stretch/>
        </p:blipFill>
        <p:spPr>
          <a:xfrm>
            <a:off x="5756400" y="6357240"/>
            <a:ext cx="157320" cy="16128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507" name="Рисунок 63"/>
          <p:cNvPicPr/>
          <p:nvPr/>
        </p:nvPicPr>
        <p:blipFill>
          <a:blip r:embed="rId6"/>
          <a:stretch/>
        </p:blipFill>
        <p:spPr>
          <a:xfrm>
            <a:off x="3206160" y="6335640"/>
            <a:ext cx="231480" cy="23688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508" name="Рисунок 64"/>
          <p:cNvPicPr/>
          <p:nvPr/>
        </p:nvPicPr>
        <p:blipFill>
          <a:blip r:embed="rId7"/>
          <a:stretch/>
        </p:blipFill>
        <p:spPr>
          <a:xfrm>
            <a:off x="3206520" y="6015600"/>
            <a:ext cx="231480" cy="2368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09" name="PlaceHolder 1"/>
          <p:cNvSpPr>
            <a:spLocks noGrp="1"/>
          </p:cNvSpPr>
          <p:nvPr>
            <p:ph type="title"/>
          </p:nvPr>
        </p:nvSpPr>
        <p:spPr>
          <a:xfrm>
            <a:off x="593640" y="218880"/>
            <a:ext cx="10689840" cy="12492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lnSpc>
                <a:spcPct val="100000"/>
              </a:lnSpc>
              <a:buNone/>
              <a:tabLst>
                <a:tab pos="0" algn="l"/>
              </a:tabLst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текста заглавия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10" name="PlaceHolder 2"/>
          <p:cNvSpPr>
            <a:spLocks noGrp="1"/>
          </p:cNvSpPr>
          <p:nvPr>
            <p:ph type="body"/>
          </p:nvPr>
        </p:nvSpPr>
        <p:spPr>
          <a:xfrm>
            <a:off x="593640" y="1600560"/>
            <a:ext cx="10689840" cy="39657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32000"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11" name="PlaceHolder 3"/>
          <p:cNvSpPr>
            <a:spLocks noGrp="1"/>
          </p:cNvSpPr>
          <p:nvPr>
            <p:ph type="body"/>
          </p:nvPr>
        </p:nvSpPr>
        <p:spPr>
          <a:xfrm>
            <a:off x="593640" y="1600560"/>
            <a:ext cx="10689840" cy="39657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512" name=""/>
          <p:cNvPicPr/>
          <p:nvPr/>
        </p:nvPicPr>
        <p:blipFill>
          <a:blip r:embed="rId8"/>
          <a:stretch/>
        </p:blipFill>
        <p:spPr>
          <a:xfrm>
            <a:off x="3453120" y="1600200"/>
            <a:ext cx="4970520" cy="396576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513" name=""/>
          <p:cNvPicPr/>
          <p:nvPr/>
        </p:nvPicPr>
        <p:blipFill>
          <a:blip r:embed="rId9"/>
          <a:stretch/>
        </p:blipFill>
        <p:spPr>
          <a:xfrm>
            <a:off x="3453120" y="1600200"/>
            <a:ext cx="4970520" cy="3965760"/>
          </a:xfrm>
          <a:prstGeom prst="rect">
            <a:avLst/>
          </a:prstGeom>
          <a:noFill/>
          <a:ln w="0">
            <a:noFill/>
          </a:ln>
        </p:spPr>
      </p:pic>
    </p:spTree>
  </p:cSld>
</p:sldLayout>
</file>

<file path=ppt/slideLayouts/slideLayout6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Обычный 5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14" name="Рисунок 19"/>
          <p:cNvPicPr/>
          <p:nvPr/>
        </p:nvPicPr>
        <p:blipFill>
          <a:blip r:embed="rId2"/>
          <a:stretch/>
        </p:blipFill>
        <p:spPr>
          <a:xfrm>
            <a:off x="0" y="0"/>
            <a:ext cx="11876760" cy="68378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15" name="CustomShape 1"/>
          <p:cNvSpPr/>
          <p:nvPr/>
        </p:nvSpPr>
        <p:spPr>
          <a:xfrm>
            <a:off x="0" y="0"/>
            <a:ext cx="11876760" cy="6837840"/>
          </a:xfrm>
          <a:prstGeom prst="rect">
            <a:avLst/>
          </a:prstGeom>
          <a:gradFill rotWithShape="0">
            <a:gsLst>
              <a:gs pos="23000">
                <a:srgbClr val="1F497D">
                  <a:alpha val="60000"/>
                </a:srgbClr>
              </a:gs>
              <a:gs pos="100000">
                <a:srgbClr val="1F497D">
                  <a:alpha val="46000"/>
                </a:srgbClr>
              </a:gs>
            </a:gsLst>
            <a:lin ang="0"/>
          </a:gra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16" name="CustomShape 2"/>
          <p:cNvSpPr/>
          <p:nvPr/>
        </p:nvSpPr>
        <p:spPr>
          <a:xfrm>
            <a:off x="0" y="607320"/>
            <a:ext cx="151560" cy="117792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/>
        </p:style>
        <p:txBody>
          <a:bodyPr lIns="75960" tIns="45000" rIns="7596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517" name="Рисунок 22"/>
          <p:cNvPicPr/>
          <p:nvPr/>
        </p:nvPicPr>
        <p:blipFill>
          <a:blip r:embed="rId3"/>
          <a:stretch/>
        </p:blipFill>
        <p:spPr>
          <a:xfrm>
            <a:off x="609120" y="5953680"/>
            <a:ext cx="1841400" cy="6732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18" name="CustomShape 3"/>
          <p:cNvSpPr/>
          <p:nvPr/>
        </p:nvSpPr>
        <p:spPr>
          <a:xfrm>
            <a:off x="3522600" y="6050160"/>
            <a:ext cx="1660320" cy="176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>
              <a:lnSpc>
                <a:spcPct val="100000"/>
              </a:lnSpc>
            </a:pPr>
            <a:r>
              <a:rPr lang="ru-RU" sz="117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www.ibs-training.ru</a:t>
            </a:r>
            <a:endParaRPr lang="ru-RU" sz="117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19" name="CustomShape 4"/>
          <p:cNvSpPr/>
          <p:nvPr/>
        </p:nvSpPr>
        <p:spPr>
          <a:xfrm>
            <a:off x="6052320" y="6050160"/>
            <a:ext cx="2036160" cy="176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>
              <a:lnSpc>
                <a:spcPct val="100000"/>
              </a:lnSpc>
            </a:pPr>
            <a:r>
              <a:rPr lang="ru-RU" sz="117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vk.com/ibs_training_center</a:t>
            </a:r>
            <a:endParaRPr lang="ru-RU" sz="117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20" name="CustomShape 5"/>
          <p:cNvSpPr/>
          <p:nvPr/>
        </p:nvSpPr>
        <p:spPr>
          <a:xfrm>
            <a:off x="5714640" y="6022440"/>
            <a:ext cx="231480" cy="236880"/>
          </a:xfrm>
          <a:prstGeom prst="rect">
            <a:avLst/>
          </a:prstGeom>
          <a:solidFill>
            <a:schemeClr val="bg1"/>
          </a:solidFill>
          <a:ln w="324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521" name="Рисунок 68"/>
          <p:cNvPicPr/>
          <p:nvPr/>
        </p:nvPicPr>
        <p:blipFill>
          <a:blip r:embed="rId4"/>
          <a:stretch/>
        </p:blipFill>
        <p:spPr>
          <a:xfrm>
            <a:off x="5757480" y="6094440"/>
            <a:ext cx="147240" cy="932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22" name="CustomShape 6"/>
          <p:cNvSpPr/>
          <p:nvPr/>
        </p:nvSpPr>
        <p:spPr>
          <a:xfrm>
            <a:off x="3488040" y="6346800"/>
            <a:ext cx="2036160" cy="176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>
              <a:lnSpc>
                <a:spcPct val="100000"/>
              </a:lnSpc>
            </a:pPr>
            <a:r>
              <a:rPr lang="ru-RU" sz="117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 t.me/IBS_Training_Center</a:t>
            </a:r>
            <a:endParaRPr lang="ru-RU" sz="117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23" name="CustomShape 7"/>
          <p:cNvSpPr/>
          <p:nvPr/>
        </p:nvSpPr>
        <p:spPr>
          <a:xfrm>
            <a:off x="6052320" y="6346800"/>
            <a:ext cx="2036160" cy="176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>
              <a:lnSpc>
                <a:spcPct val="100000"/>
              </a:lnSpc>
            </a:pPr>
            <a:r>
              <a:rPr lang="ru-RU" sz="117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dzen.ru/ibs_training_center</a:t>
            </a:r>
            <a:endParaRPr lang="ru-RU" sz="117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24" name="CustomShape 8"/>
          <p:cNvSpPr/>
          <p:nvPr/>
        </p:nvSpPr>
        <p:spPr>
          <a:xfrm>
            <a:off x="5719320" y="6319080"/>
            <a:ext cx="236880" cy="236880"/>
          </a:xfrm>
          <a:prstGeom prst="rect">
            <a:avLst/>
          </a:prstGeom>
          <a:solidFill>
            <a:schemeClr val="bg1"/>
          </a:solidFill>
          <a:ln w="324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525" name="Рисунок 66"/>
          <p:cNvPicPr/>
          <p:nvPr/>
        </p:nvPicPr>
        <p:blipFill>
          <a:blip r:embed="rId5"/>
          <a:stretch/>
        </p:blipFill>
        <p:spPr>
          <a:xfrm>
            <a:off x="5756400" y="6357240"/>
            <a:ext cx="157320" cy="16128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526" name="Рисунок 63"/>
          <p:cNvPicPr/>
          <p:nvPr/>
        </p:nvPicPr>
        <p:blipFill>
          <a:blip r:embed="rId6"/>
          <a:stretch/>
        </p:blipFill>
        <p:spPr>
          <a:xfrm>
            <a:off x="3206160" y="6335640"/>
            <a:ext cx="231480" cy="23688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527" name="Рисунок 64"/>
          <p:cNvPicPr/>
          <p:nvPr/>
        </p:nvPicPr>
        <p:blipFill>
          <a:blip r:embed="rId7"/>
          <a:stretch/>
        </p:blipFill>
        <p:spPr>
          <a:xfrm>
            <a:off x="3206520" y="6015600"/>
            <a:ext cx="231480" cy="236880"/>
          </a:xfrm>
          <a:prstGeom prst="rect">
            <a:avLst/>
          </a:prstGeom>
          <a:noFill/>
          <a:ln w="0">
            <a:noFill/>
          </a:ln>
        </p:spPr>
      </p:pic>
    </p:spTree>
  </p:cSld>
</p:sldLayout>
</file>

<file path=ppt/slideLayouts/slideLayout7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Обычный 5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28" name="Рисунок 19"/>
          <p:cNvPicPr/>
          <p:nvPr/>
        </p:nvPicPr>
        <p:blipFill>
          <a:blip r:embed="rId2"/>
          <a:stretch/>
        </p:blipFill>
        <p:spPr>
          <a:xfrm>
            <a:off x="0" y="0"/>
            <a:ext cx="11876760" cy="68378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29" name="CustomShape 1"/>
          <p:cNvSpPr/>
          <p:nvPr/>
        </p:nvSpPr>
        <p:spPr>
          <a:xfrm>
            <a:off x="0" y="0"/>
            <a:ext cx="11876760" cy="6837840"/>
          </a:xfrm>
          <a:prstGeom prst="rect">
            <a:avLst/>
          </a:prstGeom>
          <a:gradFill rotWithShape="0">
            <a:gsLst>
              <a:gs pos="23000">
                <a:srgbClr val="1F497D">
                  <a:alpha val="60000"/>
                </a:srgbClr>
              </a:gs>
              <a:gs pos="100000">
                <a:srgbClr val="1F497D">
                  <a:alpha val="46000"/>
                </a:srgbClr>
              </a:gs>
            </a:gsLst>
            <a:lin ang="0"/>
          </a:gra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30" name="CustomShape 2"/>
          <p:cNvSpPr/>
          <p:nvPr/>
        </p:nvSpPr>
        <p:spPr>
          <a:xfrm>
            <a:off x="0" y="607320"/>
            <a:ext cx="151560" cy="117792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/>
        </p:style>
        <p:txBody>
          <a:bodyPr lIns="75960" tIns="45000" rIns="7596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531" name="Рисунок 22"/>
          <p:cNvPicPr/>
          <p:nvPr/>
        </p:nvPicPr>
        <p:blipFill>
          <a:blip r:embed="rId3"/>
          <a:stretch/>
        </p:blipFill>
        <p:spPr>
          <a:xfrm>
            <a:off x="609120" y="5953680"/>
            <a:ext cx="1841400" cy="6732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32" name="CustomShape 3"/>
          <p:cNvSpPr/>
          <p:nvPr/>
        </p:nvSpPr>
        <p:spPr>
          <a:xfrm>
            <a:off x="3522600" y="6050160"/>
            <a:ext cx="1660320" cy="176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>
              <a:lnSpc>
                <a:spcPct val="100000"/>
              </a:lnSpc>
            </a:pPr>
            <a:r>
              <a:rPr lang="ru-RU" sz="117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www.ibs-training.ru</a:t>
            </a:r>
            <a:endParaRPr lang="ru-RU" sz="117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33" name="CustomShape 4"/>
          <p:cNvSpPr/>
          <p:nvPr/>
        </p:nvSpPr>
        <p:spPr>
          <a:xfrm>
            <a:off x="6052320" y="6050160"/>
            <a:ext cx="2036160" cy="176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>
              <a:lnSpc>
                <a:spcPct val="100000"/>
              </a:lnSpc>
            </a:pPr>
            <a:r>
              <a:rPr lang="ru-RU" sz="117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vk.com/ibs_training_center</a:t>
            </a:r>
            <a:endParaRPr lang="ru-RU" sz="117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34" name="CustomShape 5"/>
          <p:cNvSpPr/>
          <p:nvPr/>
        </p:nvSpPr>
        <p:spPr>
          <a:xfrm>
            <a:off x="5714640" y="6022440"/>
            <a:ext cx="231480" cy="236880"/>
          </a:xfrm>
          <a:prstGeom prst="rect">
            <a:avLst/>
          </a:prstGeom>
          <a:solidFill>
            <a:schemeClr val="bg1"/>
          </a:solidFill>
          <a:ln w="324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535" name="Рисунок 68"/>
          <p:cNvPicPr/>
          <p:nvPr/>
        </p:nvPicPr>
        <p:blipFill>
          <a:blip r:embed="rId4"/>
          <a:stretch/>
        </p:blipFill>
        <p:spPr>
          <a:xfrm>
            <a:off x="5757480" y="6094440"/>
            <a:ext cx="147240" cy="932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36" name="CustomShape 6"/>
          <p:cNvSpPr/>
          <p:nvPr/>
        </p:nvSpPr>
        <p:spPr>
          <a:xfrm>
            <a:off x="3488040" y="6346800"/>
            <a:ext cx="2036160" cy="176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>
              <a:lnSpc>
                <a:spcPct val="100000"/>
              </a:lnSpc>
            </a:pPr>
            <a:r>
              <a:rPr lang="ru-RU" sz="117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 t.me/IBS_Training_Center</a:t>
            </a:r>
            <a:endParaRPr lang="ru-RU" sz="117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37" name="CustomShape 7"/>
          <p:cNvSpPr/>
          <p:nvPr/>
        </p:nvSpPr>
        <p:spPr>
          <a:xfrm>
            <a:off x="6052320" y="6346800"/>
            <a:ext cx="2036160" cy="176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>
              <a:lnSpc>
                <a:spcPct val="100000"/>
              </a:lnSpc>
            </a:pPr>
            <a:r>
              <a:rPr lang="ru-RU" sz="117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dzen.ru/ibs_training_center</a:t>
            </a:r>
            <a:endParaRPr lang="ru-RU" sz="117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38" name="CustomShape 8"/>
          <p:cNvSpPr/>
          <p:nvPr/>
        </p:nvSpPr>
        <p:spPr>
          <a:xfrm>
            <a:off x="5719320" y="6319080"/>
            <a:ext cx="236880" cy="236880"/>
          </a:xfrm>
          <a:prstGeom prst="rect">
            <a:avLst/>
          </a:prstGeom>
          <a:solidFill>
            <a:schemeClr val="bg1"/>
          </a:solidFill>
          <a:ln w="324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539" name="Рисунок 66"/>
          <p:cNvPicPr/>
          <p:nvPr/>
        </p:nvPicPr>
        <p:blipFill>
          <a:blip r:embed="rId5"/>
          <a:stretch/>
        </p:blipFill>
        <p:spPr>
          <a:xfrm>
            <a:off x="5756400" y="6357240"/>
            <a:ext cx="157320" cy="16128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540" name="Рисунок 63"/>
          <p:cNvPicPr/>
          <p:nvPr/>
        </p:nvPicPr>
        <p:blipFill>
          <a:blip r:embed="rId6"/>
          <a:stretch/>
        </p:blipFill>
        <p:spPr>
          <a:xfrm>
            <a:off x="3206160" y="6335640"/>
            <a:ext cx="231480" cy="23688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541" name="Рисунок 64"/>
          <p:cNvPicPr/>
          <p:nvPr/>
        </p:nvPicPr>
        <p:blipFill>
          <a:blip r:embed="rId7"/>
          <a:stretch/>
        </p:blipFill>
        <p:spPr>
          <a:xfrm>
            <a:off x="3206520" y="6015600"/>
            <a:ext cx="231480" cy="2368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42" name="PlaceHolder 1"/>
          <p:cNvSpPr>
            <a:spLocks noGrp="1"/>
          </p:cNvSpPr>
          <p:nvPr>
            <p:ph type="title"/>
          </p:nvPr>
        </p:nvSpPr>
        <p:spPr>
          <a:xfrm>
            <a:off x="593640" y="218880"/>
            <a:ext cx="10689840" cy="12492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lnSpc>
                <a:spcPct val="100000"/>
              </a:lnSpc>
              <a:buNone/>
              <a:tabLst>
                <a:tab pos="0" algn="l"/>
              </a:tabLst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текста заглавия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7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Обычный 4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43" name="Рисунок 19"/>
          <p:cNvPicPr/>
          <p:nvPr/>
        </p:nvPicPr>
        <p:blipFill>
          <a:blip r:embed="rId2"/>
          <a:stretch/>
        </p:blipFill>
        <p:spPr>
          <a:xfrm>
            <a:off x="0" y="0"/>
            <a:ext cx="11876760" cy="68378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44" name="CustomShape 1"/>
          <p:cNvSpPr/>
          <p:nvPr/>
        </p:nvSpPr>
        <p:spPr>
          <a:xfrm>
            <a:off x="0" y="0"/>
            <a:ext cx="11876760" cy="6837840"/>
          </a:xfrm>
          <a:prstGeom prst="rect">
            <a:avLst/>
          </a:prstGeom>
          <a:gradFill rotWithShape="0">
            <a:gsLst>
              <a:gs pos="23000">
                <a:srgbClr val="1F497D">
                  <a:alpha val="60000"/>
                </a:srgbClr>
              </a:gs>
              <a:gs pos="100000">
                <a:srgbClr val="1F497D">
                  <a:alpha val="46000"/>
                </a:srgbClr>
              </a:gs>
            </a:gsLst>
            <a:lin ang="0"/>
          </a:gra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45" name="CustomShape 2"/>
          <p:cNvSpPr/>
          <p:nvPr/>
        </p:nvSpPr>
        <p:spPr>
          <a:xfrm>
            <a:off x="0" y="607320"/>
            <a:ext cx="151560" cy="117792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/>
        </p:style>
        <p:txBody>
          <a:bodyPr lIns="75960" tIns="45000" rIns="7596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546" name="Рисунок 22"/>
          <p:cNvPicPr/>
          <p:nvPr/>
        </p:nvPicPr>
        <p:blipFill>
          <a:blip r:embed="rId3"/>
          <a:stretch/>
        </p:blipFill>
        <p:spPr>
          <a:xfrm>
            <a:off x="609120" y="5953680"/>
            <a:ext cx="1841400" cy="6732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47" name="CustomShape 3"/>
          <p:cNvSpPr/>
          <p:nvPr/>
        </p:nvSpPr>
        <p:spPr>
          <a:xfrm>
            <a:off x="3522600" y="6050160"/>
            <a:ext cx="1660320" cy="176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>
              <a:lnSpc>
                <a:spcPct val="100000"/>
              </a:lnSpc>
            </a:pPr>
            <a:r>
              <a:rPr lang="ru-RU" sz="117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www.ibs-training.ru</a:t>
            </a:r>
            <a:endParaRPr lang="ru-RU" sz="117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48" name="CustomShape 4"/>
          <p:cNvSpPr/>
          <p:nvPr/>
        </p:nvSpPr>
        <p:spPr>
          <a:xfrm>
            <a:off x="6052320" y="6050160"/>
            <a:ext cx="2036160" cy="176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>
              <a:lnSpc>
                <a:spcPct val="100000"/>
              </a:lnSpc>
            </a:pPr>
            <a:r>
              <a:rPr lang="ru-RU" sz="117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vk.com/ibs_training_center</a:t>
            </a:r>
            <a:endParaRPr lang="ru-RU" sz="117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49" name="CustomShape 5"/>
          <p:cNvSpPr/>
          <p:nvPr/>
        </p:nvSpPr>
        <p:spPr>
          <a:xfrm>
            <a:off x="5714640" y="6022440"/>
            <a:ext cx="231480" cy="236880"/>
          </a:xfrm>
          <a:prstGeom prst="rect">
            <a:avLst/>
          </a:prstGeom>
          <a:solidFill>
            <a:schemeClr val="bg1"/>
          </a:solidFill>
          <a:ln w="324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550" name="Рисунок 68"/>
          <p:cNvPicPr/>
          <p:nvPr/>
        </p:nvPicPr>
        <p:blipFill>
          <a:blip r:embed="rId4"/>
          <a:stretch/>
        </p:blipFill>
        <p:spPr>
          <a:xfrm>
            <a:off x="5757480" y="6094440"/>
            <a:ext cx="147240" cy="932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51" name="CustomShape 6"/>
          <p:cNvSpPr/>
          <p:nvPr/>
        </p:nvSpPr>
        <p:spPr>
          <a:xfrm>
            <a:off x="3488040" y="6346800"/>
            <a:ext cx="2036160" cy="176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>
              <a:lnSpc>
                <a:spcPct val="100000"/>
              </a:lnSpc>
            </a:pPr>
            <a:r>
              <a:rPr lang="ru-RU" sz="117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 t.me/IBS_Training_Center</a:t>
            </a:r>
            <a:endParaRPr lang="ru-RU" sz="117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52" name="CustomShape 7"/>
          <p:cNvSpPr/>
          <p:nvPr/>
        </p:nvSpPr>
        <p:spPr>
          <a:xfrm>
            <a:off x="6052320" y="6346800"/>
            <a:ext cx="2036160" cy="176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>
              <a:lnSpc>
                <a:spcPct val="100000"/>
              </a:lnSpc>
            </a:pPr>
            <a:r>
              <a:rPr lang="ru-RU" sz="117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dzen.ru/ibs_training_center</a:t>
            </a:r>
            <a:endParaRPr lang="ru-RU" sz="117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53" name="CustomShape 8"/>
          <p:cNvSpPr/>
          <p:nvPr/>
        </p:nvSpPr>
        <p:spPr>
          <a:xfrm>
            <a:off x="5719320" y="6319080"/>
            <a:ext cx="236880" cy="236880"/>
          </a:xfrm>
          <a:prstGeom prst="rect">
            <a:avLst/>
          </a:prstGeom>
          <a:solidFill>
            <a:schemeClr val="bg1"/>
          </a:solidFill>
          <a:ln w="324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554" name="Рисунок 66"/>
          <p:cNvPicPr/>
          <p:nvPr/>
        </p:nvPicPr>
        <p:blipFill>
          <a:blip r:embed="rId5"/>
          <a:stretch/>
        </p:blipFill>
        <p:spPr>
          <a:xfrm>
            <a:off x="5756400" y="6357240"/>
            <a:ext cx="157320" cy="16128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555" name="Рисунок 63"/>
          <p:cNvPicPr/>
          <p:nvPr/>
        </p:nvPicPr>
        <p:blipFill>
          <a:blip r:embed="rId6"/>
          <a:stretch/>
        </p:blipFill>
        <p:spPr>
          <a:xfrm>
            <a:off x="3206160" y="6335640"/>
            <a:ext cx="231480" cy="23688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556" name="Рисунок 64"/>
          <p:cNvPicPr/>
          <p:nvPr/>
        </p:nvPicPr>
        <p:blipFill>
          <a:blip r:embed="rId7"/>
          <a:stretch/>
        </p:blipFill>
        <p:spPr>
          <a:xfrm>
            <a:off x="3206520" y="6015600"/>
            <a:ext cx="231480" cy="2368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57" name="PlaceHolder 1"/>
          <p:cNvSpPr>
            <a:spLocks noGrp="1"/>
          </p:cNvSpPr>
          <p:nvPr>
            <p:ph type="title"/>
          </p:nvPr>
        </p:nvSpPr>
        <p:spPr>
          <a:xfrm>
            <a:off x="593640" y="218880"/>
            <a:ext cx="10689840" cy="12492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lnSpc>
                <a:spcPct val="100000"/>
              </a:lnSpc>
              <a:buNone/>
              <a:tabLst>
                <a:tab pos="0" algn="l"/>
              </a:tabLst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текста заглавия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58" name="PlaceHolder 2"/>
          <p:cNvSpPr>
            <a:spLocks noGrp="1"/>
          </p:cNvSpPr>
          <p:nvPr>
            <p:ph type="body"/>
          </p:nvPr>
        </p:nvSpPr>
        <p:spPr>
          <a:xfrm>
            <a:off x="593640" y="1600560"/>
            <a:ext cx="10689840" cy="39657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32000"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7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Обычный 4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59" name="Рисунок 19"/>
          <p:cNvPicPr/>
          <p:nvPr/>
        </p:nvPicPr>
        <p:blipFill>
          <a:blip r:embed="rId2"/>
          <a:stretch/>
        </p:blipFill>
        <p:spPr>
          <a:xfrm>
            <a:off x="0" y="0"/>
            <a:ext cx="11876760" cy="68378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60" name="CustomShape 1"/>
          <p:cNvSpPr/>
          <p:nvPr/>
        </p:nvSpPr>
        <p:spPr>
          <a:xfrm>
            <a:off x="0" y="0"/>
            <a:ext cx="11876760" cy="6837840"/>
          </a:xfrm>
          <a:prstGeom prst="rect">
            <a:avLst/>
          </a:prstGeom>
          <a:gradFill rotWithShape="0">
            <a:gsLst>
              <a:gs pos="23000">
                <a:srgbClr val="1F497D">
                  <a:alpha val="60000"/>
                </a:srgbClr>
              </a:gs>
              <a:gs pos="100000">
                <a:srgbClr val="1F497D">
                  <a:alpha val="46000"/>
                </a:srgbClr>
              </a:gs>
            </a:gsLst>
            <a:lin ang="0"/>
          </a:gra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61" name="CustomShape 2"/>
          <p:cNvSpPr/>
          <p:nvPr/>
        </p:nvSpPr>
        <p:spPr>
          <a:xfrm>
            <a:off x="0" y="607320"/>
            <a:ext cx="151560" cy="117792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/>
        </p:style>
        <p:txBody>
          <a:bodyPr lIns="75960" tIns="45000" rIns="7596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562" name="Рисунок 22"/>
          <p:cNvPicPr/>
          <p:nvPr/>
        </p:nvPicPr>
        <p:blipFill>
          <a:blip r:embed="rId3"/>
          <a:stretch/>
        </p:blipFill>
        <p:spPr>
          <a:xfrm>
            <a:off x="609120" y="5953680"/>
            <a:ext cx="1841400" cy="6732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63" name="CustomShape 3"/>
          <p:cNvSpPr/>
          <p:nvPr/>
        </p:nvSpPr>
        <p:spPr>
          <a:xfrm>
            <a:off x="3522600" y="6050160"/>
            <a:ext cx="1660320" cy="176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>
              <a:lnSpc>
                <a:spcPct val="100000"/>
              </a:lnSpc>
            </a:pPr>
            <a:r>
              <a:rPr lang="ru-RU" sz="117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www.ibs-training.ru</a:t>
            </a:r>
            <a:endParaRPr lang="ru-RU" sz="117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64" name="CustomShape 4"/>
          <p:cNvSpPr/>
          <p:nvPr/>
        </p:nvSpPr>
        <p:spPr>
          <a:xfrm>
            <a:off x="6052320" y="6050160"/>
            <a:ext cx="2036160" cy="176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>
              <a:lnSpc>
                <a:spcPct val="100000"/>
              </a:lnSpc>
            </a:pPr>
            <a:r>
              <a:rPr lang="ru-RU" sz="117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vk.com/ibs_training_center</a:t>
            </a:r>
            <a:endParaRPr lang="ru-RU" sz="117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65" name="CustomShape 5"/>
          <p:cNvSpPr/>
          <p:nvPr/>
        </p:nvSpPr>
        <p:spPr>
          <a:xfrm>
            <a:off x="5714640" y="6022440"/>
            <a:ext cx="231480" cy="236880"/>
          </a:xfrm>
          <a:prstGeom prst="rect">
            <a:avLst/>
          </a:prstGeom>
          <a:solidFill>
            <a:schemeClr val="bg1"/>
          </a:solidFill>
          <a:ln w="324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566" name="Рисунок 68"/>
          <p:cNvPicPr/>
          <p:nvPr/>
        </p:nvPicPr>
        <p:blipFill>
          <a:blip r:embed="rId4"/>
          <a:stretch/>
        </p:blipFill>
        <p:spPr>
          <a:xfrm>
            <a:off x="5757480" y="6094440"/>
            <a:ext cx="147240" cy="932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67" name="CustomShape 6"/>
          <p:cNvSpPr/>
          <p:nvPr/>
        </p:nvSpPr>
        <p:spPr>
          <a:xfrm>
            <a:off x="3488040" y="6346800"/>
            <a:ext cx="2036160" cy="176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>
              <a:lnSpc>
                <a:spcPct val="100000"/>
              </a:lnSpc>
            </a:pPr>
            <a:r>
              <a:rPr lang="ru-RU" sz="117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 t.me/IBS_Training_Center</a:t>
            </a:r>
            <a:endParaRPr lang="ru-RU" sz="117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68" name="CustomShape 7"/>
          <p:cNvSpPr/>
          <p:nvPr/>
        </p:nvSpPr>
        <p:spPr>
          <a:xfrm>
            <a:off x="6052320" y="6346800"/>
            <a:ext cx="2036160" cy="176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>
              <a:lnSpc>
                <a:spcPct val="100000"/>
              </a:lnSpc>
            </a:pPr>
            <a:r>
              <a:rPr lang="ru-RU" sz="117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dzen.ru/ibs_training_center</a:t>
            </a:r>
            <a:endParaRPr lang="ru-RU" sz="117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69" name="CustomShape 8"/>
          <p:cNvSpPr/>
          <p:nvPr/>
        </p:nvSpPr>
        <p:spPr>
          <a:xfrm>
            <a:off x="5719320" y="6319080"/>
            <a:ext cx="236880" cy="236880"/>
          </a:xfrm>
          <a:prstGeom prst="rect">
            <a:avLst/>
          </a:prstGeom>
          <a:solidFill>
            <a:schemeClr val="bg1"/>
          </a:solidFill>
          <a:ln w="324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570" name="Рисунок 66"/>
          <p:cNvPicPr/>
          <p:nvPr/>
        </p:nvPicPr>
        <p:blipFill>
          <a:blip r:embed="rId5"/>
          <a:stretch/>
        </p:blipFill>
        <p:spPr>
          <a:xfrm>
            <a:off x="5756400" y="6357240"/>
            <a:ext cx="157320" cy="16128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571" name="Рисунок 63"/>
          <p:cNvPicPr/>
          <p:nvPr/>
        </p:nvPicPr>
        <p:blipFill>
          <a:blip r:embed="rId6"/>
          <a:stretch/>
        </p:blipFill>
        <p:spPr>
          <a:xfrm>
            <a:off x="3206160" y="6335640"/>
            <a:ext cx="231480" cy="23688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572" name="Рисунок 64"/>
          <p:cNvPicPr/>
          <p:nvPr/>
        </p:nvPicPr>
        <p:blipFill>
          <a:blip r:embed="rId7"/>
          <a:stretch/>
        </p:blipFill>
        <p:spPr>
          <a:xfrm>
            <a:off x="3206520" y="6015600"/>
            <a:ext cx="231480" cy="2368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73" name="PlaceHolder 1"/>
          <p:cNvSpPr>
            <a:spLocks noGrp="1"/>
          </p:cNvSpPr>
          <p:nvPr>
            <p:ph type="title"/>
          </p:nvPr>
        </p:nvSpPr>
        <p:spPr>
          <a:xfrm>
            <a:off x="593640" y="218880"/>
            <a:ext cx="10689840" cy="12492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lnSpc>
                <a:spcPct val="100000"/>
              </a:lnSpc>
              <a:buNone/>
              <a:tabLst>
                <a:tab pos="0" algn="l"/>
              </a:tabLst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текста заглавия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74" name="PlaceHolder 2"/>
          <p:cNvSpPr>
            <a:spLocks noGrp="1"/>
          </p:cNvSpPr>
          <p:nvPr>
            <p:ph type="body"/>
          </p:nvPr>
        </p:nvSpPr>
        <p:spPr>
          <a:xfrm>
            <a:off x="593640" y="1600560"/>
            <a:ext cx="5216040" cy="39657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32000"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75" name="PlaceHolder 3"/>
          <p:cNvSpPr>
            <a:spLocks noGrp="1"/>
          </p:cNvSpPr>
          <p:nvPr>
            <p:ph type="body"/>
          </p:nvPr>
        </p:nvSpPr>
        <p:spPr>
          <a:xfrm>
            <a:off x="6072120" y="1600560"/>
            <a:ext cx="5216040" cy="39657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7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Обычный 5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76" name="Рисунок 19"/>
          <p:cNvPicPr/>
          <p:nvPr/>
        </p:nvPicPr>
        <p:blipFill>
          <a:blip r:embed="rId2"/>
          <a:stretch/>
        </p:blipFill>
        <p:spPr>
          <a:xfrm>
            <a:off x="0" y="0"/>
            <a:ext cx="11876760" cy="68378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77" name="CustomShape 1"/>
          <p:cNvSpPr/>
          <p:nvPr/>
        </p:nvSpPr>
        <p:spPr>
          <a:xfrm>
            <a:off x="0" y="0"/>
            <a:ext cx="11876760" cy="6837840"/>
          </a:xfrm>
          <a:prstGeom prst="rect">
            <a:avLst/>
          </a:prstGeom>
          <a:gradFill rotWithShape="0">
            <a:gsLst>
              <a:gs pos="23000">
                <a:srgbClr val="1F497D">
                  <a:alpha val="60000"/>
                </a:srgbClr>
              </a:gs>
              <a:gs pos="100000">
                <a:srgbClr val="1F497D">
                  <a:alpha val="46000"/>
                </a:srgbClr>
              </a:gs>
            </a:gsLst>
            <a:lin ang="0"/>
          </a:gra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78" name="CustomShape 2"/>
          <p:cNvSpPr/>
          <p:nvPr/>
        </p:nvSpPr>
        <p:spPr>
          <a:xfrm>
            <a:off x="0" y="607320"/>
            <a:ext cx="151560" cy="117792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/>
        </p:style>
        <p:txBody>
          <a:bodyPr lIns="75960" tIns="45000" rIns="7596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579" name="Рисунок 22"/>
          <p:cNvPicPr/>
          <p:nvPr/>
        </p:nvPicPr>
        <p:blipFill>
          <a:blip r:embed="rId3"/>
          <a:stretch/>
        </p:blipFill>
        <p:spPr>
          <a:xfrm>
            <a:off x="609120" y="5953680"/>
            <a:ext cx="1841400" cy="6732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80" name="CustomShape 3"/>
          <p:cNvSpPr/>
          <p:nvPr/>
        </p:nvSpPr>
        <p:spPr>
          <a:xfrm>
            <a:off x="3522600" y="6050160"/>
            <a:ext cx="1660320" cy="176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>
              <a:lnSpc>
                <a:spcPct val="100000"/>
              </a:lnSpc>
            </a:pPr>
            <a:r>
              <a:rPr lang="ru-RU" sz="117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www.ibs-training.ru</a:t>
            </a:r>
            <a:endParaRPr lang="ru-RU" sz="117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81" name="CustomShape 4"/>
          <p:cNvSpPr/>
          <p:nvPr/>
        </p:nvSpPr>
        <p:spPr>
          <a:xfrm>
            <a:off x="6052320" y="6050160"/>
            <a:ext cx="2036160" cy="176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>
              <a:lnSpc>
                <a:spcPct val="100000"/>
              </a:lnSpc>
            </a:pPr>
            <a:r>
              <a:rPr lang="ru-RU" sz="117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vk.com/ibs_training_center</a:t>
            </a:r>
            <a:endParaRPr lang="ru-RU" sz="117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82" name="CustomShape 5"/>
          <p:cNvSpPr/>
          <p:nvPr/>
        </p:nvSpPr>
        <p:spPr>
          <a:xfrm>
            <a:off x="5714640" y="6022440"/>
            <a:ext cx="231480" cy="236880"/>
          </a:xfrm>
          <a:prstGeom prst="rect">
            <a:avLst/>
          </a:prstGeom>
          <a:solidFill>
            <a:schemeClr val="bg1"/>
          </a:solidFill>
          <a:ln w="324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583" name="Рисунок 68"/>
          <p:cNvPicPr/>
          <p:nvPr/>
        </p:nvPicPr>
        <p:blipFill>
          <a:blip r:embed="rId4"/>
          <a:stretch/>
        </p:blipFill>
        <p:spPr>
          <a:xfrm>
            <a:off x="5757480" y="6094440"/>
            <a:ext cx="147240" cy="932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84" name="CustomShape 6"/>
          <p:cNvSpPr/>
          <p:nvPr/>
        </p:nvSpPr>
        <p:spPr>
          <a:xfrm>
            <a:off x="3488040" y="6346800"/>
            <a:ext cx="2036160" cy="176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>
              <a:lnSpc>
                <a:spcPct val="100000"/>
              </a:lnSpc>
            </a:pPr>
            <a:r>
              <a:rPr lang="ru-RU" sz="117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 t.me/IBS_Training_Center</a:t>
            </a:r>
            <a:endParaRPr lang="ru-RU" sz="117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85" name="CustomShape 7"/>
          <p:cNvSpPr/>
          <p:nvPr/>
        </p:nvSpPr>
        <p:spPr>
          <a:xfrm>
            <a:off x="6052320" y="6346800"/>
            <a:ext cx="2036160" cy="176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>
              <a:lnSpc>
                <a:spcPct val="100000"/>
              </a:lnSpc>
            </a:pPr>
            <a:r>
              <a:rPr lang="ru-RU" sz="117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dzen.ru/ibs_training_center</a:t>
            </a:r>
            <a:endParaRPr lang="ru-RU" sz="117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86" name="CustomShape 8"/>
          <p:cNvSpPr/>
          <p:nvPr/>
        </p:nvSpPr>
        <p:spPr>
          <a:xfrm>
            <a:off x="5719320" y="6319080"/>
            <a:ext cx="236880" cy="236880"/>
          </a:xfrm>
          <a:prstGeom prst="rect">
            <a:avLst/>
          </a:prstGeom>
          <a:solidFill>
            <a:schemeClr val="bg1"/>
          </a:solidFill>
          <a:ln w="324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587" name="Рисунок 66"/>
          <p:cNvPicPr/>
          <p:nvPr/>
        </p:nvPicPr>
        <p:blipFill>
          <a:blip r:embed="rId5"/>
          <a:stretch/>
        </p:blipFill>
        <p:spPr>
          <a:xfrm>
            <a:off x="5756400" y="6357240"/>
            <a:ext cx="157320" cy="16128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588" name="Рисунок 63"/>
          <p:cNvPicPr/>
          <p:nvPr/>
        </p:nvPicPr>
        <p:blipFill>
          <a:blip r:embed="rId6"/>
          <a:stretch/>
        </p:blipFill>
        <p:spPr>
          <a:xfrm>
            <a:off x="3206160" y="6335640"/>
            <a:ext cx="231480" cy="23688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589" name="Рисунок 64"/>
          <p:cNvPicPr/>
          <p:nvPr/>
        </p:nvPicPr>
        <p:blipFill>
          <a:blip r:embed="rId7"/>
          <a:stretch/>
        </p:blipFill>
        <p:spPr>
          <a:xfrm>
            <a:off x="3206520" y="6015600"/>
            <a:ext cx="231480" cy="2368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90" name="PlaceHolder 1"/>
          <p:cNvSpPr>
            <a:spLocks noGrp="1"/>
          </p:cNvSpPr>
          <p:nvPr>
            <p:ph type="title"/>
          </p:nvPr>
        </p:nvSpPr>
        <p:spPr>
          <a:xfrm>
            <a:off x="593640" y="218880"/>
            <a:ext cx="10689840" cy="12492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lnSpc>
                <a:spcPct val="100000"/>
              </a:lnSpc>
              <a:buNone/>
              <a:tabLst>
                <a:tab pos="0" algn="l"/>
              </a:tabLst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текста заглавия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7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Обычный 5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91" name="Рисунок 19"/>
          <p:cNvPicPr/>
          <p:nvPr/>
        </p:nvPicPr>
        <p:blipFill>
          <a:blip r:embed="rId2"/>
          <a:stretch/>
        </p:blipFill>
        <p:spPr>
          <a:xfrm>
            <a:off x="0" y="0"/>
            <a:ext cx="11876760" cy="68378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92" name="CustomShape 1"/>
          <p:cNvSpPr/>
          <p:nvPr/>
        </p:nvSpPr>
        <p:spPr>
          <a:xfrm>
            <a:off x="0" y="0"/>
            <a:ext cx="11876760" cy="6837840"/>
          </a:xfrm>
          <a:prstGeom prst="rect">
            <a:avLst/>
          </a:prstGeom>
          <a:gradFill rotWithShape="0">
            <a:gsLst>
              <a:gs pos="23000">
                <a:srgbClr val="1F497D">
                  <a:alpha val="60000"/>
                </a:srgbClr>
              </a:gs>
              <a:gs pos="100000">
                <a:srgbClr val="1F497D">
                  <a:alpha val="46000"/>
                </a:srgbClr>
              </a:gs>
            </a:gsLst>
            <a:lin ang="0"/>
          </a:gra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93" name="CustomShape 2"/>
          <p:cNvSpPr/>
          <p:nvPr/>
        </p:nvSpPr>
        <p:spPr>
          <a:xfrm>
            <a:off x="0" y="607320"/>
            <a:ext cx="151560" cy="117792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/>
        </p:style>
        <p:txBody>
          <a:bodyPr lIns="75960" tIns="45000" rIns="7596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594" name="Рисунок 22"/>
          <p:cNvPicPr/>
          <p:nvPr/>
        </p:nvPicPr>
        <p:blipFill>
          <a:blip r:embed="rId3"/>
          <a:stretch/>
        </p:blipFill>
        <p:spPr>
          <a:xfrm>
            <a:off x="609120" y="5953680"/>
            <a:ext cx="1841400" cy="6732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95" name="CustomShape 3"/>
          <p:cNvSpPr/>
          <p:nvPr/>
        </p:nvSpPr>
        <p:spPr>
          <a:xfrm>
            <a:off x="3522600" y="6050160"/>
            <a:ext cx="1660320" cy="176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>
              <a:lnSpc>
                <a:spcPct val="100000"/>
              </a:lnSpc>
            </a:pPr>
            <a:r>
              <a:rPr lang="ru-RU" sz="117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www.ibs-training.ru</a:t>
            </a:r>
            <a:endParaRPr lang="ru-RU" sz="117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96" name="CustomShape 4"/>
          <p:cNvSpPr/>
          <p:nvPr/>
        </p:nvSpPr>
        <p:spPr>
          <a:xfrm>
            <a:off x="6052320" y="6050160"/>
            <a:ext cx="2036160" cy="176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>
              <a:lnSpc>
                <a:spcPct val="100000"/>
              </a:lnSpc>
            </a:pPr>
            <a:r>
              <a:rPr lang="ru-RU" sz="117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vk.com/ibs_training_center</a:t>
            </a:r>
            <a:endParaRPr lang="ru-RU" sz="117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97" name="CustomShape 5"/>
          <p:cNvSpPr/>
          <p:nvPr/>
        </p:nvSpPr>
        <p:spPr>
          <a:xfrm>
            <a:off x="5714640" y="6022440"/>
            <a:ext cx="231480" cy="236880"/>
          </a:xfrm>
          <a:prstGeom prst="rect">
            <a:avLst/>
          </a:prstGeom>
          <a:solidFill>
            <a:schemeClr val="bg1"/>
          </a:solidFill>
          <a:ln w="324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598" name="Рисунок 68"/>
          <p:cNvPicPr/>
          <p:nvPr/>
        </p:nvPicPr>
        <p:blipFill>
          <a:blip r:embed="rId4"/>
          <a:stretch/>
        </p:blipFill>
        <p:spPr>
          <a:xfrm>
            <a:off x="5757480" y="6094440"/>
            <a:ext cx="147240" cy="932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99" name="CustomShape 6"/>
          <p:cNvSpPr/>
          <p:nvPr/>
        </p:nvSpPr>
        <p:spPr>
          <a:xfrm>
            <a:off x="3488040" y="6346800"/>
            <a:ext cx="2036160" cy="176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>
              <a:lnSpc>
                <a:spcPct val="100000"/>
              </a:lnSpc>
            </a:pPr>
            <a:r>
              <a:rPr lang="ru-RU" sz="117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 t.me/IBS_Training_Center</a:t>
            </a:r>
            <a:endParaRPr lang="ru-RU" sz="117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00" name="CustomShape 7"/>
          <p:cNvSpPr/>
          <p:nvPr/>
        </p:nvSpPr>
        <p:spPr>
          <a:xfrm>
            <a:off x="6052320" y="6346800"/>
            <a:ext cx="2036160" cy="176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>
              <a:lnSpc>
                <a:spcPct val="100000"/>
              </a:lnSpc>
            </a:pPr>
            <a:r>
              <a:rPr lang="ru-RU" sz="117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dzen.ru/ibs_training_center</a:t>
            </a:r>
            <a:endParaRPr lang="ru-RU" sz="117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01" name="CustomShape 8"/>
          <p:cNvSpPr/>
          <p:nvPr/>
        </p:nvSpPr>
        <p:spPr>
          <a:xfrm>
            <a:off x="5719320" y="6319080"/>
            <a:ext cx="236880" cy="236880"/>
          </a:xfrm>
          <a:prstGeom prst="rect">
            <a:avLst/>
          </a:prstGeom>
          <a:solidFill>
            <a:schemeClr val="bg1"/>
          </a:solidFill>
          <a:ln w="324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602" name="Рисунок 66"/>
          <p:cNvPicPr/>
          <p:nvPr/>
        </p:nvPicPr>
        <p:blipFill>
          <a:blip r:embed="rId5"/>
          <a:stretch/>
        </p:blipFill>
        <p:spPr>
          <a:xfrm>
            <a:off x="5756400" y="6357240"/>
            <a:ext cx="157320" cy="16128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603" name="Рисунок 63"/>
          <p:cNvPicPr/>
          <p:nvPr/>
        </p:nvPicPr>
        <p:blipFill>
          <a:blip r:embed="rId6"/>
          <a:stretch/>
        </p:blipFill>
        <p:spPr>
          <a:xfrm>
            <a:off x="3206160" y="6335640"/>
            <a:ext cx="231480" cy="23688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604" name="Рисунок 64"/>
          <p:cNvPicPr/>
          <p:nvPr/>
        </p:nvPicPr>
        <p:blipFill>
          <a:blip r:embed="rId7"/>
          <a:stretch/>
        </p:blipFill>
        <p:spPr>
          <a:xfrm>
            <a:off x="3206520" y="6015600"/>
            <a:ext cx="231480" cy="236880"/>
          </a:xfrm>
          <a:prstGeom prst="rect">
            <a:avLst/>
          </a:prstGeom>
          <a:noFill/>
          <a:ln w="0">
            <a:noFill/>
          </a:ln>
        </p:spPr>
      </p:pic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Relationship Id="rId9" Type="http://schemas.openxmlformats.org/officeDocument/2006/relationships/slideLayout" Target="../slideLayouts/slideLayout8.xml"/><Relationship Id="rId10" Type="http://schemas.openxmlformats.org/officeDocument/2006/relationships/slideLayout" Target="../slideLayouts/slideLayout9.xml"/><Relationship Id="rId11" Type="http://schemas.openxmlformats.org/officeDocument/2006/relationships/slideLayout" Target="../slideLayouts/slideLayout10.xml"/><Relationship Id="rId12" Type="http://schemas.openxmlformats.org/officeDocument/2006/relationships/slideLayout" Target="../slideLayouts/slideLayout11.xml"/><Relationship Id="rId13" Type="http://schemas.openxmlformats.org/officeDocument/2006/relationships/slideLayout" Target="../slideLayouts/slideLayout12.xml"/>
</Relationships>
</file>

<file path=ppt/slideMasters/_rels/slideMaster13.xml.rels><?xml version="1.0" encoding="UTF-8"?>
<Relationships xmlns="http://schemas.openxmlformats.org/package/2006/relationships"><Relationship Id="rId1" Type="http://schemas.openxmlformats.org/officeDocument/2006/relationships/theme" Target="../theme/theme2.xml"/><Relationship Id="rId2" Type="http://schemas.openxmlformats.org/officeDocument/2006/relationships/slideLayout" Target="../slideLayouts/slideLayout13.xml"/><Relationship Id="rId3" Type="http://schemas.openxmlformats.org/officeDocument/2006/relationships/slideLayout" Target="../slideLayouts/slideLayout14.xml"/><Relationship Id="rId4" Type="http://schemas.openxmlformats.org/officeDocument/2006/relationships/slideLayout" Target="../slideLayouts/slideLayout15.xml"/><Relationship Id="rId5" Type="http://schemas.openxmlformats.org/officeDocument/2006/relationships/slideLayout" Target="../slideLayouts/slideLayout16.xml"/><Relationship Id="rId6" Type="http://schemas.openxmlformats.org/officeDocument/2006/relationships/slideLayout" Target="../slideLayouts/slideLayout17.xml"/><Relationship Id="rId7" Type="http://schemas.openxmlformats.org/officeDocument/2006/relationships/slideLayout" Target="../slideLayouts/slideLayout18.xml"/><Relationship Id="rId8" Type="http://schemas.openxmlformats.org/officeDocument/2006/relationships/slideLayout" Target="../slideLayouts/slideLayout19.xml"/><Relationship Id="rId9" Type="http://schemas.openxmlformats.org/officeDocument/2006/relationships/slideLayout" Target="../slideLayouts/slideLayout20.xml"/><Relationship Id="rId10" Type="http://schemas.openxmlformats.org/officeDocument/2006/relationships/slideLayout" Target="../slideLayouts/slideLayout21.xml"/><Relationship Id="rId11" Type="http://schemas.openxmlformats.org/officeDocument/2006/relationships/slideLayout" Target="../slideLayouts/slideLayout22.xml"/><Relationship Id="rId12" Type="http://schemas.openxmlformats.org/officeDocument/2006/relationships/slideLayout" Target="../slideLayouts/slideLayout23.xml"/><Relationship Id="rId13" Type="http://schemas.openxmlformats.org/officeDocument/2006/relationships/slideLayout" Target="../slideLayouts/slideLayout24.xml"/>
</Relationships>
</file>

<file path=ppt/slideMasters/_rels/slideMaster25.xml.rels><?xml version="1.0" encoding="UTF-8"?>
<Relationships xmlns="http://schemas.openxmlformats.org/package/2006/relationships"><Relationship Id="rId1" Type="http://schemas.openxmlformats.org/officeDocument/2006/relationships/theme" Target="../theme/theme3.xml"/><Relationship Id="rId2" Type="http://schemas.openxmlformats.org/officeDocument/2006/relationships/slideLayout" Target="../slideLayouts/slideLayout25.xml"/><Relationship Id="rId3" Type="http://schemas.openxmlformats.org/officeDocument/2006/relationships/slideLayout" Target="../slideLayouts/slideLayout26.xml"/><Relationship Id="rId4" Type="http://schemas.openxmlformats.org/officeDocument/2006/relationships/slideLayout" Target="../slideLayouts/slideLayout27.xml"/><Relationship Id="rId5" Type="http://schemas.openxmlformats.org/officeDocument/2006/relationships/slideLayout" Target="../slideLayouts/slideLayout28.xml"/><Relationship Id="rId6" Type="http://schemas.openxmlformats.org/officeDocument/2006/relationships/slideLayout" Target="../slideLayouts/slideLayout29.xml"/><Relationship Id="rId7" Type="http://schemas.openxmlformats.org/officeDocument/2006/relationships/slideLayout" Target="../slideLayouts/slideLayout30.xml"/><Relationship Id="rId8" Type="http://schemas.openxmlformats.org/officeDocument/2006/relationships/slideLayout" Target="../slideLayouts/slideLayout31.xml"/><Relationship Id="rId9" Type="http://schemas.openxmlformats.org/officeDocument/2006/relationships/slideLayout" Target="../slideLayouts/slideLayout32.xml"/><Relationship Id="rId10" Type="http://schemas.openxmlformats.org/officeDocument/2006/relationships/slideLayout" Target="../slideLayouts/slideLayout33.xml"/><Relationship Id="rId11" Type="http://schemas.openxmlformats.org/officeDocument/2006/relationships/slideLayout" Target="../slideLayouts/slideLayout34.xml"/><Relationship Id="rId12" Type="http://schemas.openxmlformats.org/officeDocument/2006/relationships/slideLayout" Target="../slideLayouts/slideLayout35.xml"/><Relationship Id="rId13" Type="http://schemas.openxmlformats.org/officeDocument/2006/relationships/slideLayout" Target="../slideLayouts/slideLayout36.xml"/>
</Relationships>
</file>

<file path=ppt/slideMasters/_rels/slideMaster37.xml.rels><?xml version="1.0" encoding="UTF-8"?>
<Relationships xmlns="http://schemas.openxmlformats.org/package/2006/relationships"><Relationship Id="rId1" Type="http://schemas.openxmlformats.org/officeDocument/2006/relationships/theme" Target="../theme/theme4.xml"/><Relationship Id="rId2" Type="http://schemas.openxmlformats.org/officeDocument/2006/relationships/slideLayout" Target="../slideLayouts/slideLayout37.xml"/><Relationship Id="rId3" Type="http://schemas.openxmlformats.org/officeDocument/2006/relationships/slideLayout" Target="../slideLayouts/slideLayout38.xml"/><Relationship Id="rId4" Type="http://schemas.openxmlformats.org/officeDocument/2006/relationships/slideLayout" Target="../slideLayouts/slideLayout39.xml"/><Relationship Id="rId5" Type="http://schemas.openxmlformats.org/officeDocument/2006/relationships/slideLayout" Target="../slideLayouts/slideLayout40.xml"/><Relationship Id="rId6" Type="http://schemas.openxmlformats.org/officeDocument/2006/relationships/slideLayout" Target="../slideLayouts/slideLayout41.xml"/><Relationship Id="rId7" Type="http://schemas.openxmlformats.org/officeDocument/2006/relationships/slideLayout" Target="../slideLayouts/slideLayout42.xml"/><Relationship Id="rId8" Type="http://schemas.openxmlformats.org/officeDocument/2006/relationships/slideLayout" Target="../slideLayouts/slideLayout43.xml"/><Relationship Id="rId9" Type="http://schemas.openxmlformats.org/officeDocument/2006/relationships/slideLayout" Target="../slideLayouts/slideLayout44.xml"/><Relationship Id="rId10" Type="http://schemas.openxmlformats.org/officeDocument/2006/relationships/slideLayout" Target="../slideLayouts/slideLayout45.xml"/><Relationship Id="rId11" Type="http://schemas.openxmlformats.org/officeDocument/2006/relationships/slideLayout" Target="../slideLayouts/slideLayout46.xml"/><Relationship Id="rId12" Type="http://schemas.openxmlformats.org/officeDocument/2006/relationships/slideLayout" Target="../slideLayouts/slideLayout47.xml"/><Relationship Id="rId13" Type="http://schemas.openxmlformats.org/officeDocument/2006/relationships/slideLayout" Target="../slideLayouts/slideLayout48.xml"/><Relationship Id="rId14" Type="http://schemas.openxmlformats.org/officeDocument/2006/relationships/slideLayout" Target="../slideLayouts/slideLayout49.xml"/><Relationship Id="rId15" Type="http://schemas.openxmlformats.org/officeDocument/2006/relationships/slideLayout" Target="../slideLayouts/slideLayout50.xml"/>
</Relationships>
</file>

<file path=ppt/slideMasters/_rels/slideMaster50.xml.rels><?xml version="1.0" encoding="UTF-8"?>
<Relationships xmlns="http://schemas.openxmlformats.org/package/2006/relationships"><Relationship Id="rId1" Type="http://schemas.openxmlformats.org/officeDocument/2006/relationships/theme" Target="../theme/theme5.xml"/><Relationship Id="rId2" Type="http://schemas.openxmlformats.org/officeDocument/2006/relationships/slideLayout" Target="../slideLayouts/slideLayout51.xml"/><Relationship Id="rId3" Type="http://schemas.openxmlformats.org/officeDocument/2006/relationships/slideLayout" Target="../slideLayouts/slideLayout52.xml"/><Relationship Id="rId4" Type="http://schemas.openxmlformats.org/officeDocument/2006/relationships/slideLayout" Target="../slideLayouts/slideLayout53.xml"/><Relationship Id="rId5" Type="http://schemas.openxmlformats.org/officeDocument/2006/relationships/slideLayout" Target="../slideLayouts/slideLayout54.xml"/><Relationship Id="rId6" Type="http://schemas.openxmlformats.org/officeDocument/2006/relationships/slideLayout" Target="../slideLayouts/slideLayout55.xml"/><Relationship Id="rId7" Type="http://schemas.openxmlformats.org/officeDocument/2006/relationships/slideLayout" Target="../slideLayouts/slideLayout56.xml"/><Relationship Id="rId8" Type="http://schemas.openxmlformats.org/officeDocument/2006/relationships/slideLayout" Target="../slideLayouts/slideLayout57.xml"/><Relationship Id="rId9" Type="http://schemas.openxmlformats.org/officeDocument/2006/relationships/slideLayout" Target="../slideLayouts/slideLayout58.xml"/><Relationship Id="rId10" Type="http://schemas.openxmlformats.org/officeDocument/2006/relationships/slideLayout" Target="../slideLayouts/slideLayout59.xml"/><Relationship Id="rId11" Type="http://schemas.openxmlformats.org/officeDocument/2006/relationships/slideLayout" Target="../slideLayouts/slideLayout60.xml"/><Relationship Id="rId12" Type="http://schemas.openxmlformats.org/officeDocument/2006/relationships/slideLayout" Target="../slideLayouts/slideLayout61.xml"/><Relationship Id="rId13" Type="http://schemas.openxmlformats.org/officeDocument/2006/relationships/slideLayout" Target="../slideLayouts/slideLayout62.xml"/>
</Relationships>
</file>

<file path=ppt/slideMasters/_rels/slideMaster62.xml.rels><?xml version="1.0" encoding="UTF-8"?>
<Relationships xmlns="http://schemas.openxmlformats.org/package/2006/relationships"><Relationship Id="rId1" Type="http://schemas.openxmlformats.org/officeDocument/2006/relationships/theme" Target="../theme/theme6.xml"/><Relationship Id="rId2" Type="http://schemas.openxmlformats.org/officeDocument/2006/relationships/slideLayout" Target="../slideLayouts/slideLayout63.xml"/><Relationship Id="rId3" Type="http://schemas.openxmlformats.org/officeDocument/2006/relationships/slideLayout" Target="../slideLayouts/slideLayout64.xml"/><Relationship Id="rId4" Type="http://schemas.openxmlformats.org/officeDocument/2006/relationships/slideLayout" Target="../slideLayouts/slideLayout65.xml"/><Relationship Id="rId5" Type="http://schemas.openxmlformats.org/officeDocument/2006/relationships/slideLayout" Target="../slideLayouts/slideLayout66.xml"/><Relationship Id="rId6" Type="http://schemas.openxmlformats.org/officeDocument/2006/relationships/slideLayout" Target="../slideLayouts/slideLayout67.xml"/><Relationship Id="rId7" Type="http://schemas.openxmlformats.org/officeDocument/2006/relationships/slideLayout" Target="../slideLayouts/slideLayout68.xml"/><Relationship Id="rId8" Type="http://schemas.openxmlformats.org/officeDocument/2006/relationships/slideLayout" Target="../slideLayouts/slideLayout69.xml"/><Relationship Id="rId9" Type="http://schemas.openxmlformats.org/officeDocument/2006/relationships/slideLayout" Target="../slideLayouts/slideLayout70.xml"/><Relationship Id="rId10" Type="http://schemas.openxmlformats.org/officeDocument/2006/relationships/slideLayout" Target="../slideLayouts/slideLayout71.xml"/><Relationship Id="rId11" Type="http://schemas.openxmlformats.org/officeDocument/2006/relationships/slideLayout" Target="../slideLayouts/slideLayout72.xml"/><Relationship Id="rId12" Type="http://schemas.openxmlformats.org/officeDocument/2006/relationships/slideLayout" Target="../slideLayouts/slideLayout73.xml"/><Relationship Id="rId13" Type="http://schemas.openxmlformats.org/officeDocument/2006/relationships/slideLayout" Target="../slideLayouts/slideLayout74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</p:sldLayoutIdLst>
</p:sldMaster>
</file>

<file path=ppt/slideMasters/slideMaster13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  <p:sldLayoutId id="2147483673" r:id="rId13"/>
  </p:sldLayoutIdLst>
</p:sldMaster>
</file>

<file path=ppt/slideMasters/slideMaster25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75" r:id="rId2"/>
    <p:sldLayoutId id="2147483676" r:id="rId3"/>
    <p:sldLayoutId id="2147483677" r:id="rId4"/>
    <p:sldLayoutId id="2147483678" r:id="rId5"/>
    <p:sldLayoutId id="2147483679" r:id="rId6"/>
    <p:sldLayoutId id="2147483680" r:id="rId7"/>
    <p:sldLayoutId id="2147483681" r:id="rId8"/>
    <p:sldLayoutId id="2147483682" r:id="rId9"/>
    <p:sldLayoutId id="2147483683" r:id="rId10"/>
    <p:sldLayoutId id="2147483684" r:id="rId11"/>
    <p:sldLayoutId id="2147483685" r:id="rId12"/>
    <p:sldLayoutId id="2147483686" r:id="rId13"/>
  </p:sldLayoutIdLst>
</p:sldMaster>
</file>

<file path=ppt/slideMasters/slideMaster37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88" r:id="rId2"/>
    <p:sldLayoutId id="2147483689" r:id="rId3"/>
    <p:sldLayoutId id="2147483690" r:id="rId4"/>
    <p:sldLayoutId id="2147483691" r:id="rId5"/>
    <p:sldLayoutId id="2147483692" r:id="rId6"/>
    <p:sldLayoutId id="2147483693" r:id="rId7"/>
    <p:sldLayoutId id="2147483694" r:id="rId8"/>
    <p:sldLayoutId id="2147483695" r:id="rId9"/>
    <p:sldLayoutId id="2147483696" r:id="rId10"/>
    <p:sldLayoutId id="2147483697" r:id="rId11"/>
    <p:sldLayoutId id="2147483698" r:id="rId12"/>
    <p:sldLayoutId id="2147483699" r:id="rId13"/>
    <p:sldLayoutId id="2147483700" r:id="rId14"/>
    <p:sldLayoutId id="2147483701" r:id="rId15"/>
  </p:sldLayoutIdLst>
</p:sldMaster>
</file>

<file path=ppt/slideMasters/slideMaster50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703" r:id="rId2"/>
    <p:sldLayoutId id="2147483704" r:id="rId3"/>
    <p:sldLayoutId id="2147483705" r:id="rId4"/>
    <p:sldLayoutId id="2147483706" r:id="rId5"/>
    <p:sldLayoutId id="2147483707" r:id="rId6"/>
    <p:sldLayoutId id="2147483708" r:id="rId7"/>
    <p:sldLayoutId id="2147483709" r:id="rId8"/>
    <p:sldLayoutId id="2147483710" r:id="rId9"/>
    <p:sldLayoutId id="2147483711" r:id="rId10"/>
    <p:sldLayoutId id="2147483712" r:id="rId11"/>
    <p:sldLayoutId id="2147483713" r:id="rId12"/>
    <p:sldLayoutId id="2147483714" r:id="rId13"/>
  </p:sldLayoutIdLst>
</p:sldMaster>
</file>

<file path=ppt/slideMasters/slideMaster62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716" r:id="rId2"/>
    <p:sldLayoutId id="2147483717" r:id="rId3"/>
    <p:sldLayoutId id="2147483718" r:id="rId4"/>
    <p:sldLayoutId id="2147483719" r:id="rId5"/>
    <p:sldLayoutId id="2147483720" r:id="rId6"/>
    <p:sldLayoutId id="2147483721" r:id="rId7"/>
    <p:sldLayoutId id="2147483722" r:id="rId8"/>
    <p:sldLayoutId id="2147483723" r:id="rId9"/>
    <p:sldLayoutId id="2147483724" r:id="rId10"/>
    <p:sldLayoutId id="2147483725" r:id="rId11"/>
    <p:sldLayoutId id="2147483726" r:id="rId12"/>
    <p:sldLayoutId id="2147483727" r:id="rId13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image" Target="../media/image13.png"/><Relationship Id="rId2" Type="http://schemas.openxmlformats.org/officeDocument/2006/relationships/hyperlink" Target="mailto:education@ibs.ru" TargetMode="External"/><Relationship Id="rId3" Type="http://schemas.openxmlformats.org/officeDocument/2006/relationships/image" Target="../media/image14.jpeg"/><Relationship Id="rId4" Type="http://schemas.openxmlformats.org/officeDocument/2006/relationships/slideLayout" Target="../slideLayouts/slideLayout14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7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8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8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image" Target="../media/image15.png"/><Relationship Id="rId2" Type="http://schemas.openxmlformats.org/officeDocument/2006/relationships/image" Target="../media/image16.svg"/><Relationship Id="rId3" Type="http://schemas.openxmlformats.org/officeDocument/2006/relationships/slideLayout" Target="../slideLayouts/slideLayout38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image" Target="../media/image17.png"/><Relationship Id="rId2" Type="http://schemas.openxmlformats.org/officeDocument/2006/relationships/image" Target="../media/image18.svg"/><Relationship Id="rId3" Type="http://schemas.openxmlformats.org/officeDocument/2006/relationships/slideLayout" Target="../slideLayouts/slideLayout41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image" Target="../media/image19.png"/><Relationship Id="rId2" Type="http://schemas.openxmlformats.org/officeDocument/2006/relationships/image" Target="../media/image20.svg"/><Relationship Id="rId3" Type="http://schemas.openxmlformats.org/officeDocument/2006/relationships/slideLayout" Target="../slideLayouts/slideLayout50.xml"/>
</Relationships>
</file>

<file path=ppt/slides/_rels/slide9.xml.rels><?xml version="1.0" encoding="UTF-8"?>
<Relationships xmlns="http://schemas.openxmlformats.org/package/2006/relationships"><Relationship Id="rId1" Type="http://schemas.openxmlformats.org/officeDocument/2006/relationships/image" Target="../media/image21.png"/><Relationship Id="rId2" Type="http://schemas.openxmlformats.org/officeDocument/2006/relationships/image" Target="../media/image22.svg"/><Relationship Id="rId3" Type="http://schemas.openxmlformats.org/officeDocument/2006/relationships/slideLayout" Target="../slideLayouts/slideLayout50.xml"/>
</Relationships>
</file>

<file path=ppt/slides/_rels/slide1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8.xml"/>
</Relationships>
</file>

<file path=ppt/slides/_rels/slide1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8.xml"/>
</Relationships>
</file>

<file path=ppt/slides/_rels/slide12.xml.rels><?xml version="1.0" encoding="UTF-8"?>
<Relationships xmlns="http://schemas.openxmlformats.org/package/2006/relationships"><Relationship Id="rId1" Type="http://schemas.openxmlformats.org/officeDocument/2006/relationships/image" Target="../media/image23.png"/><Relationship Id="rId2" Type="http://schemas.openxmlformats.org/officeDocument/2006/relationships/image" Target="../media/image24.svg"/><Relationship Id="rId3" Type="http://schemas.openxmlformats.org/officeDocument/2006/relationships/slideLayout" Target="../slideLayouts/slideLayout53.xml"/>
</Relationships>
</file>

<file path=ppt/slides/_rels/slide13.xml.rels><?xml version="1.0" encoding="UTF-8"?>
<Relationships xmlns="http://schemas.openxmlformats.org/package/2006/relationships"><Relationship Id="rId1" Type="http://schemas.openxmlformats.org/officeDocument/2006/relationships/image" Target="../media/image25.png"/><Relationship Id="rId2" Type="http://schemas.openxmlformats.org/officeDocument/2006/relationships/image" Target="../media/image26.svg"/><Relationship Id="rId3" Type="http://schemas.openxmlformats.org/officeDocument/2006/relationships/slideLayout" Target="../slideLayouts/slideLayout38.xml"/>
</Relationships>
</file>

<file path=ppt/slides/_rels/slide14.xml.rels><?xml version="1.0" encoding="UTF-8"?>
<Relationships xmlns="http://schemas.openxmlformats.org/package/2006/relationships"><Relationship Id="rId1" Type="http://schemas.openxmlformats.org/officeDocument/2006/relationships/image" Target="../media/image27.png"/><Relationship Id="rId2" Type="http://schemas.openxmlformats.org/officeDocument/2006/relationships/image" Target="../media/image28.svg"/><Relationship Id="rId3" Type="http://schemas.openxmlformats.org/officeDocument/2006/relationships/slideLayout" Target="../slideLayouts/slideLayout41.xml"/>
</Relationships>
</file>

<file path=ppt/slides/_rels/slide15.xml.rels><?xml version="1.0" encoding="UTF-8"?>
<Relationships xmlns="http://schemas.openxmlformats.org/package/2006/relationships"><Relationship Id="rId1" Type="http://schemas.openxmlformats.org/officeDocument/2006/relationships/image" Target="../media/image29.png"/><Relationship Id="rId2" Type="http://schemas.openxmlformats.org/officeDocument/2006/relationships/image" Target="../media/image30.svg"/><Relationship Id="rId3" Type="http://schemas.openxmlformats.org/officeDocument/2006/relationships/slideLayout" Target="../slideLayouts/slideLayout41.xml"/>
</Relationships>
</file>

<file path=ppt/slides/_rels/slide1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8.xml"/>
</Relationships>
</file>

<file path=ppt/slides/_rels/slide1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1.xml"/>
</Relationships>
</file>

<file path=ppt/slides/_rels/slide1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
</Relationships>
</file>

<file path=ppt/slides/_rels/slide1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
</Relationships>
</file>

<file path=ppt/slides/_rels/slide20.xml.rels><?xml version="1.0" encoding="UTF-8"?>
<Relationships xmlns="http://schemas.openxmlformats.org/package/2006/relationships"><Relationship Id="rId1" Type="http://schemas.openxmlformats.org/officeDocument/2006/relationships/image" Target="../media/image31.png"/><Relationship Id="rId2" Type="http://schemas.openxmlformats.org/officeDocument/2006/relationships/slideLayout" Target="../slideLayouts/slideLayout69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0" name="CustomShape 1"/>
          <p:cNvSpPr/>
          <p:nvPr/>
        </p:nvSpPr>
        <p:spPr>
          <a:xfrm>
            <a:off x="609120" y="2031480"/>
            <a:ext cx="7850880" cy="1139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>
              <a:lnSpc>
                <a:spcPct val="110000"/>
              </a:lnSpc>
            </a:pPr>
            <a:r>
              <a:rPr lang="ru-RU" sz="3640" b="1" u="none" strike="noStrike" cap="all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Почему Java-разработчику следует брать на вооружение Quarkus</a:t>
            </a:r>
            <a:endParaRPr lang="ru-RU" sz="364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11" name="CustomShape 2"/>
          <p:cNvSpPr/>
          <p:nvPr/>
        </p:nvSpPr>
        <p:spPr>
          <a:xfrm>
            <a:off x="609120" y="3528360"/>
            <a:ext cx="7850880" cy="476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>
              <a:lnSpc>
                <a:spcPct val="100000"/>
              </a:lnSpc>
            </a:pPr>
            <a:r>
              <a:rPr lang="ru-RU" sz="234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9 июня 2026 г.</a:t>
            </a:r>
            <a:endParaRPr lang="ru-RU" sz="234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2" name="CustomShape 1"/>
          <p:cNvSpPr/>
          <p:nvPr/>
        </p:nvSpPr>
        <p:spPr>
          <a:xfrm>
            <a:off x="6757560" y="3566880"/>
            <a:ext cx="1115640" cy="490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656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3120" b="1" u="none" spc="-20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300+</a:t>
            </a:r>
            <a:endParaRPr lang="ru-RU" sz="31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13" name="CustomShape 2"/>
          <p:cNvSpPr/>
          <p:nvPr/>
        </p:nvSpPr>
        <p:spPr>
          <a:xfrm>
            <a:off x="6766200" y="4830120"/>
            <a:ext cx="1636920" cy="490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656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3120" b="1" u="none" spc="-20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60 000+</a:t>
            </a:r>
            <a:endParaRPr lang="ru-RU" sz="31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14" name="CustomShape 3"/>
          <p:cNvSpPr/>
          <p:nvPr/>
        </p:nvSpPr>
        <p:spPr>
          <a:xfrm>
            <a:off x="6766200" y="5277240"/>
            <a:ext cx="1694160" cy="48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584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156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Обученных специалистов</a:t>
            </a:r>
            <a:endParaRPr lang="ru-RU" sz="15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15" name="CustomShape 4"/>
          <p:cNvSpPr/>
          <p:nvPr/>
        </p:nvSpPr>
        <p:spPr>
          <a:xfrm>
            <a:off x="8996760" y="4812480"/>
            <a:ext cx="1636920" cy="490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656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3120" b="1" u="none" spc="-20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1 000+</a:t>
            </a:r>
            <a:endParaRPr lang="ru-RU" sz="31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16" name="CustomShape 5"/>
          <p:cNvSpPr/>
          <p:nvPr/>
        </p:nvSpPr>
        <p:spPr>
          <a:xfrm>
            <a:off x="8996760" y="5301720"/>
            <a:ext cx="2224800" cy="504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584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156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Корпоративных </a:t>
            </a:r>
            <a:endParaRPr lang="ru-RU" sz="15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560">
              <a:lnSpc>
                <a:spcPct val="100000"/>
              </a:lnSpc>
            </a:pPr>
            <a:r>
              <a:rPr lang="ru-RU" sz="156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клиентов</a:t>
            </a:r>
            <a:endParaRPr lang="ru-RU" sz="15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17" name="CustomShape 6"/>
          <p:cNvSpPr/>
          <p:nvPr/>
        </p:nvSpPr>
        <p:spPr>
          <a:xfrm>
            <a:off x="417240" y="263880"/>
            <a:ext cx="5885280" cy="18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>
              <a:lnSpc>
                <a:spcPct val="100000"/>
              </a:lnSpc>
            </a:pPr>
            <a:r>
              <a:rPr lang="ru-RU" sz="1040" b="0" u="none" strike="noStrike" cap="all">
                <a:solidFill>
                  <a:srgbClr val="87929E"/>
                </a:solidFill>
                <a:effectLst/>
                <a:uFillTx/>
                <a:latin typeface="Arial"/>
                <a:ea typeface="DejaVu Sans"/>
              </a:rPr>
              <a:t>Знакомство</a:t>
            </a:r>
            <a:endParaRPr lang="ru-RU" sz="104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18" name="CustomShape 7"/>
          <p:cNvSpPr/>
          <p:nvPr/>
        </p:nvSpPr>
        <p:spPr>
          <a:xfrm>
            <a:off x="603720" y="735840"/>
            <a:ext cx="5889960" cy="749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>
              <a:lnSpc>
                <a:spcPct val="100000"/>
              </a:lnSpc>
            </a:pPr>
            <a:r>
              <a:rPr lang="ru-RU" sz="2860" b="1" u="none" strike="noStrike">
                <a:solidFill>
                  <a:srgbClr val="243F90"/>
                </a:solidFill>
                <a:effectLst/>
                <a:uFillTx/>
                <a:latin typeface="Arial"/>
                <a:ea typeface="Arial"/>
              </a:rPr>
              <a:t>Здравствуйте, меня зовут</a:t>
            </a:r>
            <a:endParaRPr lang="ru-RU" sz="28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2860" b="1" u="none" strike="noStrike">
                <a:solidFill>
                  <a:srgbClr val="243F90"/>
                </a:solidFill>
                <a:effectLst/>
                <a:uFillTx/>
                <a:latin typeface="Arial"/>
                <a:ea typeface="Arial"/>
              </a:rPr>
              <a:t>Константин Чвилёв.</a:t>
            </a:r>
            <a:endParaRPr lang="ru-RU" sz="28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19" name="CustomShape 8"/>
          <p:cNvSpPr/>
          <p:nvPr/>
        </p:nvSpPr>
        <p:spPr>
          <a:xfrm>
            <a:off x="542520" y="1646280"/>
            <a:ext cx="5885640" cy="180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45000" rIns="90000" bIns="45000" anchor="t">
            <a:noAutofit/>
          </a:bodyPr>
          <a:p>
            <a:pPr>
              <a:lnSpc>
                <a:spcPct val="130000"/>
              </a:lnSpc>
            </a:pPr>
            <a:r>
              <a:rPr lang="ru-RU" sz="2000" b="0" u="none" strike="noStrike">
                <a:solidFill>
                  <a:srgbClr val="424A52"/>
                </a:solidFill>
                <a:effectLst/>
                <a:uFillTx/>
                <a:latin typeface="Arial"/>
                <a:ea typeface="DejaVu Sans"/>
              </a:rPr>
              <a:t>34 года в IT. Программист, руководитель группы разработки, начальник службы автоматизации, наставник. Участвовал в проектировании архитектуры и разработке импортозамещения обработки платежей по банковским картам. Специализируюсь на высоконагруженных микросервисных системах, импортозамещении, асинхронной обработке и облачных решениях. Опыт работы с производством, строительством, зарубежными заказчиками.</a:t>
            </a:r>
            <a:endParaRPr lang="ru-R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620" name="Рисунок 41"/>
          <p:cNvPicPr/>
          <p:nvPr/>
        </p:nvPicPr>
        <p:blipFill>
          <a:blip r:embed="rId1"/>
          <a:stretch/>
        </p:blipFill>
        <p:spPr>
          <a:xfrm>
            <a:off x="7149240" y="834120"/>
            <a:ext cx="4039560" cy="5386680"/>
          </a:xfrm>
          <a:prstGeom prst="rect">
            <a:avLst/>
          </a:prstGeom>
          <a:noFill/>
          <a:ln w="0">
            <a:noFill/>
          </a:ln>
          <a:effectLst>
            <a:reflection algn="bl" blurRad="12700" dir="5400000" dist="5000" endPos="28000" rotWithShape="0" stA="38000" sy="-100000"/>
          </a:effectLst>
        </p:spPr>
      </p:pic>
      <p:sp>
        <p:nvSpPr>
          <p:cNvPr id="621" name="CustomShape 9"/>
          <p:cNvSpPr/>
          <p:nvPr/>
        </p:nvSpPr>
        <p:spPr>
          <a:xfrm>
            <a:off x="542520" y="5337360"/>
            <a:ext cx="4401360" cy="898200"/>
          </a:xfrm>
          <a:prstGeom prst="rect">
            <a:avLst/>
          </a:prstGeom>
          <a:solidFill>
            <a:srgbClr val="F2F2F2"/>
          </a:solidFill>
          <a:ln w="2556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22" name="CustomShape 10"/>
          <p:cNvSpPr/>
          <p:nvPr/>
        </p:nvSpPr>
        <p:spPr>
          <a:xfrm>
            <a:off x="750240" y="5449680"/>
            <a:ext cx="4091400" cy="301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>
              <a:lnSpc>
                <a:spcPct val="100000"/>
              </a:lnSpc>
            </a:pPr>
            <a:r>
              <a:rPr lang="ru-RU" sz="14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Пишите на адрес:</a:t>
            </a:r>
            <a:endParaRPr lang="ru-RU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23" name="CustomShape 11"/>
          <p:cNvSpPr/>
          <p:nvPr/>
        </p:nvSpPr>
        <p:spPr>
          <a:xfrm>
            <a:off x="1078200" y="5749560"/>
            <a:ext cx="1677600" cy="301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>
              <a:lnSpc>
                <a:spcPct val="100000"/>
              </a:lnSpc>
            </a:pPr>
            <a:r>
              <a:rPr lang="ru-RU" sz="1400" b="0" u="sng" strike="noStrike">
                <a:solidFill>
                  <a:srgbClr val="0000FF"/>
                </a:solidFill>
                <a:effectLst/>
                <a:uFill>
                  <a:solidFill>
                    <a:srgbClr val="FFFFFF"/>
                  </a:solidFill>
                </a:uFill>
                <a:latin typeface="Arial"/>
                <a:ea typeface="DejaVu Sans"/>
                <a:hlinkClick r:id="rId2"/>
              </a:rPr>
              <a:t>education@ibs.ru</a:t>
            </a:r>
            <a:endParaRPr lang="ru-RU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24" name="CustomShape 12"/>
          <p:cNvSpPr/>
          <p:nvPr/>
        </p:nvSpPr>
        <p:spPr>
          <a:xfrm>
            <a:off x="839880" y="5862240"/>
            <a:ext cx="216720" cy="123480"/>
          </a:xfrm>
          <a:custGeom>
            <a:avLst/>
            <a:gdLst>
              <a:gd name="textAreaLeft" fmla="*/ 0 w 216720"/>
              <a:gd name="textAreaRight" fmla="*/ 217800 w 216720"/>
              <a:gd name="textAreaTop" fmla="*/ 0 h 123480"/>
              <a:gd name="textAreaBottom" fmla="*/ 124560 h 123480"/>
            </a:gdLst>
            <a:ahLst/>
            <a:cxnLst/>
            <a:rect l="textAreaLeft" t="textAreaTop" r="textAreaRight" b="textAreaBottom"/>
            <a:pathLst>
              <a:path w="288" h="165">
                <a:moveTo>
                  <a:pt x="1" y="0"/>
                </a:moveTo>
                <a:cubicBezTo>
                  <a:pt x="4" y="2"/>
                  <a:pt x="6" y="3"/>
                  <a:pt x="8" y="4"/>
                </a:cubicBezTo>
                <a:cubicBezTo>
                  <a:pt x="49" y="29"/>
                  <a:pt x="90" y="55"/>
                  <a:pt x="131" y="80"/>
                </a:cubicBezTo>
                <a:cubicBezTo>
                  <a:pt x="133" y="81"/>
                  <a:pt x="135" y="82"/>
                  <a:pt x="137" y="84"/>
                </a:cubicBezTo>
                <a:cubicBezTo>
                  <a:pt x="142" y="87"/>
                  <a:pt x="146" y="86"/>
                  <a:pt x="151" y="84"/>
                </a:cubicBezTo>
                <a:cubicBezTo>
                  <a:pt x="167" y="74"/>
                  <a:pt x="183" y="64"/>
                  <a:pt x="199" y="55"/>
                </a:cubicBezTo>
                <a:cubicBezTo>
                  <a:pt x="226" y="38"/>
                  <a:pt x="253" y="21"/>
                  <a:pt x="280" y="5"/>
                </a:cubicBezTo>
                <a:cubicBezTo>
                  <a:pt x="282" y="4"/>
                  <a:pt x="284" y="2"/>
                  <a:pt x="287" y="0"/>
                </a:cubicBezTo>
                <a:cubicBezTo>
                  <a:pt x="287" y="3"/>
                  <a:pt x="287" y="5"/>
                  <a:pt x="287" y="7"/>
                </a:cubicBezTo>
                <a:cubicBezTo>
                  <a:pt x="287" y="50"/>
                  <a:pt x="287" y="92"/>
                  <a:pt x="287" y="135"/>
                </a:cubicBezTo>
                <a:cubicBezTo>
                  <a:pt x="287" y="140"/>
                  <a:pt x="288" y="146"/>
                  <a:pt x="285" y="151"/>
                </a:cubicBezTo>
                <a:cubicBezTo>
                  <a:pt x="279" y="159"/>
                  <a:pt x="272" y="165"/>
                  <a:pt x="261" y="165"/>
                </a:cubicBezTo>
                <a:cubicBezTo>
                  <a:pt x="201" y="165"/>
                  <a:pt x="141" y="165"/>
                  <a:pt x="80" y="165"/>
                </a:cubicBezTo>
                <a:cubicBezTo>
                  <a:pt x="64" y="165"/>
                  <a:pt x="47" y="165"/>
                  <a:pt x="31" y="165"/>
                </a:cubicBezTo>
                <a:cubicBezTo>
                  <a:pt x="28" y="165"/>
                  <a:pt x="25" y="164"/>
                  <a:pt x="22" y="164"/>
                </a:cubicBezTo>
                <a:cubicBezTo>
                  <a:pt x="10" y="162"/>
                  <a:pt x="1" y="153"/>
                  <a:pt x="1" y="141"/>
                </a:cubicBezTo>
                <a:cubicBezTo>
                  <a:pt x="1" y="96"/>
                  <a:pt x="0" y="50"/>
                  <a:pt x="0" y="4"/>
                </a:cubicBezTo>
                <a:cubicBezTo>
                  <a:pt x="0" y="3"/>
                  <a:pt x="0" y="2"/>
                  <a:pt x="1" y="0"/>
                </a:cubicBezTo>
                <a:close/>
              </a:path>
            </a:pathLst>
          </a:custGeom>
          <a:solidFill>
            <a:srgbClr val="243F9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25" name="CustomShape 13"/>
          <p:cNvSpPr/>
          <p:nvPr/>
        </p:nvSpPr>
        <p:spPr>
          <a:xfrm>
            <a:off x="858960" y="5845320"/>
            <a:ext cx="178560" cy="55800"/>
          </a:xfrm>
          <a:custGeom>
            <a:avLst/>
            <a:gdLst>
              <a:gd name="textAreaLeft" fmla="*/ 0 w 178560"/>
              <a:gd name="textAreaRight" fmla="*/ 179640 w 178560"/>
              <a:gd name="textAreaTop" fmla="*/ 0 h 55800"/>
              <a:gd name="textAreaBottom" fmla="*/ 56880 h 55800"/>
            </a:gdLst>
            <a:ahLst/>
            <a:cxnLst/>
            <a:rect l="textAreaLeft" t="textAreaTop" r="textAreaRight" b="textAreaBottom"/>
            <a:pathLst>
              <a:path w="238" h="76">
                <a:moveTo>
                  <a:pt x="0" y="1"/>
                </a:moveTo>
                <a:cubicBezTo>
                  <a:pt x="79" y="0"/>
                  <a:pt x="159" y="0"/>
                  <a:pt x="238" y="1"/>
                </a:cubicBezTo>
                <a:cubicBezTo>
                  <a:pt x="238" y="2"/>
                  <a:pt x="238" y="2"/>
                  <a:pt x="238" y="2"/>
                </a:cubicBezTo>
                <a:cubicBezTo>
                  <a:pt x="237" y="3"/>
                  <a:pt x="235" y="4"/>
                  <a:pt x="234" y="5"/>
                </a:cubicBezTo>
                <a:cubicBezTo>
                  <a:pt x="197" y="28"/>
                  <a:pt x="160" y="51"/>
                  <a:pt x="123" y="74"/>
                </a:cubicBezTo>
                <a:cubicBezTo>
                  <a:pt x="120" y="76"/>
                  <a:pt x="118" y="76"/>
                  <a:pt x="115" y="74"/>
                </a:cubicBezTo>
                <a:cubicBezTo>
                  <a:pt x="78" y="50"/>
                  <a:pt x="40" y="27"/>
                  <a:pt x="2" y="4"/>
                </a:cubicBezTo>
                <a:cubicBezTo>
                  <a:pt x="2" y="3"/>
                  <a:pt x="1" y="3"/>
                  <a:pt x="0" y="2"/>
                </a:cubicBezTo>
                <a:cubicBezTo>
                  <a:pt x="0" y="2"/>
                  <a:pt x="0" y="2"/>
                  <a:pt x="0" y="1"/>
                </a:cubicBezTo>
                <a:close/>
              </a:path>
            </a:pathLst>
          </a:custGeom>
          <a:solidFill>
            <a:srgbClr val="243F9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89280" tIns="11880" rIns="89280" bIns="11880" anchor="t">
            <a:noAutofit/>
          </a:bodyPr>
          <a:p>
            <a:endParaRPr lang="ru-RU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26" name="CustomShape 14"/>
          <p:cNvSpPr/>
          <p:nvPr/>
        </p:nvSpPr>
        <p:spPr>
          <a:xfrm>
            <a:off x="3002400" y="5789520"/>
            <a:ext cx="1351080" cy="236160"/>
          </a:xfrm>
          <a:prstGeom prst="roundRect">
            <a:avLst>
              <a:gd name="adj" fmla="val 16667"/>
            </a:avLst>
          </a:prstGeom>
          <a:solidFill>
            <a:srgbClr val="243F90"/>
          </a:solidFill>
          <a:ln w="2556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ctr">
              <a:lnSpc>
                <a:spcPct val="100000"/>
              </a:lnSpc>
            </a:pPr>
            <a:r>
              <a:rPr lang="ru-RU" sz="100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ibs-training.ru</a:t>
            </a:r>
            <a:endParaRPr lang="ru-RU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27" name="CustomShape 15"/>
          <p:cNvSpPr/>
          <p:nvPr/>
        </p:nvSpPr>
        <p:spPr>
          <a:xfrm>
            <a:off x="8468280" y="3501720"/>
            <a:ext cx="1315800" cy="301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tIns="45000" rIns="90000" bIns="45000" anchor="t">
            <a:noAutofit/>
          </a:bodyPr>
          <a:p>
            <a:pPr>
              <a:lnSpc>
                <a:spcPct val="100000"/>
              </a:lnSpc>
            </a:pPr>
            <a:r>
              <a:rPr lang="ru-RU" sz="14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Фото тренера</a:t>
            </a:r>
            <a:endParaRPr lang="ru-RU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628" name=""/>
          <p:cNvPicPr/>
          <p:nvPr/>
        </p:nvPicPr>
        <p:blipFill>
          <a:blip r:embed="rId3"/>
          <a:stretch/>
        </p:blipFill>
        <p:spPr>
          <a:xfrm>
            <a:off x="6728400" y="72000"/>
            <a:ext cx="5077440" cy="670320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9" name="CustomShape 1"/>
          <p:cNvSpPr/>
          <p:nvPr/>
        </p:nvSpPr>
        <p:spPr>
          <a:xfrm>
            <a:off x="327240" y="720000"/>
            <a:ext cx="5889960" cy="732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>
              <a:lnSpc>
                <a:spcPct val="100000"/>
              </a:lnSpc>
            </a:pPr>
            <a:r>
              <a:rPr lang="ru-RU" sz="2860" b="1" u="none" strike="noStrike">
                <a:solidFill>
                  <a:srgbClr val="243F90"/>
                </a:solidFill>
                <a:effectLst/>
                <a:uFillTx/>
                <a:latin typeface="Arial"/>
                <a:ea typeface="Arial"/>
              </a:rPr>
              <a:t>Давайте познакомимся!</a:t>
            </a:r>
            <a:endParaRPr lang="ru-RU" sz="28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30" name="CustomShape 2"/>
          <p:cNvSpPr/>
          <p:nvPr/>
        </p:nvSpPr>
        <p:spPr>
          <a:xfrm>
            <a:off x="327240" y="340920"/>
            <a:ext cx="5885280" cy="18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>
              <a:lnSpc>
                <a:spcPct val="100000"/>
              </a:lnSpc>
            </a:pPr>
            <a:r>
              <a:rPr lang="ru-RU" sz="1040" b="0" u="none" strike="noStrike" cap="all">
                <a:solidFill>
                  <a:srgbClr val="87929E"/>
                </a:solidFill>
                <a:effectLst/>
                <a:uFillTx/>
                <a:latin typeface="Arial"/>
                <a:ea typeface="DejaVu Sans"/>
              </a:rPr>
              <a:t>нетворкинг</a:t>
            </a:r>
            <a:endParaRPr lang="ru-RU" sz="104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31" name="CustomShape 3"/>
          <p:cNvSpPr/>
          <p:nvPr/>
        </p:nvSpPr>
        <p:spPr>
          <a:xfrm>
            <a:off x="327240" y="1887840"/>
            <a:ext cx="5132520" cy="1652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>
              <a:lnSpc>
                <a:spcPct val="130000"/>
              </a:lnSpc>
            </a:pPr>
            <a:r>
              <a:rPr lang="ru-RU" sz="2000" b="0" u="none" strike="noStrike" cap="all">
                <a:solidFill>
                  <a:srgbClr val="424A52"/>
                </a:solidFill>
                <a:effectLst/>
                <a:uFillTx/>
                <a:latin typeface="Arial"/>
                <a:ea typeface="DejaVu Sans"/>
              </a:rPr>
              <a:t>Имя</a:t>
            </a:r>
            <a:endParaRPr lang="ru-R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30000"/>
              </a:lnSpc>
            </a:pPr>
            <a:r>
              <a:rPr lang="ru-RU" sz="2000" b="0" u="none" strike="noStrike" cap="all">
                <a:solidFill>
                  <a:srgbClr val="424A52"/>
                </a:solidFill>
                <a:effectLst/>
                <a:uFillTx/>
                <a:latin typeface="Arial"/>
                <a:ea typeface="DejaVu Sans"/>
              </a:rPr>
              <a:t>«Почему я здесь?»</a:t>
            </a:r>
            <a:endParaRPr lang="ru-R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30000"/>
              </a:lnSpc>
            </a:pPr>
            <a:r>
              <a:rPr lang="ru-RU" sz="2000" b="0" u="none" strike="noStrike" cap="all">
                <a:solidFill>
                  <a:srgbClr val="424A52"/>
                </a:solidFill>
                <a:effectLst/>
                <a:uFillTx/>
                <a:latin typeface="Arial"/>
                <a:ea typeface="DejaVu Sans"/>
              </a:rPr>
              <a:t>Ваши ожидания от этого вебинара</a:t>
            </a:r>
            <a:endParaRPr lang="ru-R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2" name="CustomShape 1"/>
          <p:cNvSpPr/>
          <p:nvPr/>
        </p:nvSpPr>
        <p:spPr>
          <a:xfrm>
            <a:off x="6757560" y="2544480"/>
            <a:ext cx="1518480" cy="490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656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3120" b="1" u="none" spc="-20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2 000 г.</a:t>
            </a:r>
            <a:endParaRPr lang="ru-RU" sz="31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33" name="CustomShape 2"/>
          <p:cNvSpPr/>
          <p:nvPr/>
        </p:nvSpPr>
        <p:spPr>
          <a:xfrm>
            <a:off x="6757560" y="3038760"/>
            <a:ext cx="1879920" cy="251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584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156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Начало работы</a:t>
            </a:r>
            <a:endParaRPr lang="ru-RU" sz="15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34" name="CustomShape 3"/>
          <p:cNvSpPr/>
          <p:nvPr/>
        </p:nvSpPr>
        <p:spPr>
          <a:xfrm>
            <a:off x="6757560" y="3566880"/>
            <a:ext cx="1115640" cy="490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656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3120" b="1" u="none" spc="-20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300+</a:t>
            </a:r>
            <a:endParaRPr lang="ru-RU" sz="31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35" name="CustomShape 4"/>
          <p:cNvSpPr/>
          <p:nvPr/>
        </p:nvSpPr>
        <p:spPr>
          <a:xfrm>
            <a:off x="6757560" y="4061160"/>
            <a:ext cx="1879920" cy="504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584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156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Тренингов </a:t>
            </a:r>
            <a:endParaRPr lang="ru-RU" sz="15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560">
              <a:lnSpc>
                <a:spcPct val="100000"/>
              </a:lnSpc>
            </a:pPr>
            <a:r>
              <a:rPr lang="ru-RU" sz="156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и программ</a:t>
            </a:r>
            <a:endParaRPr lang="ru-RU" sz="15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36" name="CustomShape 5"/>
          <p:cNvSpPr/>
          <p:nvPr/>
        </p:nvSpPr>
        <p:spPr>
          <a:xfrm>
            <a:off x="6766200" y="4830120"/>
            <a:ext cx="1636920" cy="490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656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3120" b="1" u="none" spc="-20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60 000+</a:t>
            </a:r>
            <a:endParaRPr lang="ru-RU" sz="31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37" name="CustomShape 6"/>
          <p:cNvSpPr/>
          <p:nvPr/>
        </p:nvSpPr>
        <p:spPr>
          <a:xfrm>
            <a:off x="6766200" y="5277240"/>
            <a:ext cx="1694160" cy="48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584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156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Обученных специалистов</a:t>
            </a:r>
            <a:endParaRPr lang="ru-RU" sz="15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38" name="CustomShape 7"/>
          <p:cNvSpPr/>
          <p:nvPr/>
        </p:nvSpPr>
        <p:spPr>
          <a:xfrm>
            <a:off x="8996760" y="4812480"/>
            <a:ext cx="1636920" cy="490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656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3120" b="1" u="none" spc="-20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1 000+</a:t>
            </a:r>
            <a:endParaRPr lang="ru-RU" sz="31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39" name="CustomShape 8"/>
          <p:cNvSpPr/>
          <p:nvPr/>
        </p:nvSpPr>
        <p:spPr>
          <a:xfrm>
            <a:off x="8996760" y="5301720"/>
            <a:ext cx="2224800" cy="504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584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156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Корпоративных </a:t>
            </a:r>
            <a:endParaRPr lang="ru-RU" sz="15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560">
              <a:lnSpc>
                <a:spcPct val="100000"/>
              </a:lnSpc>
            </a:pPr>
            <a:r>
              <a:rPr lang="ru-RU" sz="156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клиентов</a:t>
            </a:r>
            <a:endParaRPr lang="ru-RU" sz="15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40" name="CustomShape 9"/>
          <p:cNvSpPr/>
          <p:nvPr/>
        </p:nvSpPr>
        <p:spPr>
          <a:xfrm>
            <a:off x="8992080" y="3563280"/>
            <a:ext cx="1115640" cy="490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656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3120" b="1" u="none" spc="-20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250+</a:t>
            </a:r>
            <a:endParaRPr lang="ru-RU" sz="31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41" name="CustomShape 10"/>
          <p:cNvSpPr/>
          <p:nvPr/>
        </p:nvSpPr>
        <p:spPr>
          <a:xfrm>
            <a:off x="8992080" y="4057560"/>
            <a:ext cx="2224800" cy="251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584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156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Экспертов-практиков</a:t>
            </a:r>
            <a:endParaRPr lang="ru-RU" sz="15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42" name="CustomShape 11"/>
          <p:cNvSpPr/>
          <p:nvPr/>
        </p:nvSpPr>
        <p:spPr>
          <a:xfrm>
            <a:off x="9006840" y="2551320"/>
            <a:ext cx="1636920" cy="490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656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3120" b="1" u="none" spc="-20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15 лет+</a:t>
            </a:r>
            <a:endParaRPr lang="ru-RU" sz="31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43" name="CustomShape 12"/>
          <p:cNvSpPr/>
          <p:nvPr/>
        </p:nvSpPr>
        <p:spPr>
          <a:xfrm>
            <a:off x="9006840" y="3045600"/>
            <a:ext cx="2000520" cy="251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584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156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На внешнем рынке</a:t>
            </a:r>
            <a:endParaRPr lang="ru-RU" sz="15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44" name="CustomShape 13"/>
          <p:cNvSpPr/>
          <p:nvPr/>
        </p:nvSpPr>
        <p:spPr>
          <a:xfrm>
            <a:off x="612720" y="259560"/>
            <a:ext cx="5885280" cy="18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>
              <a:lnSpc>
                <a:spcPct val="100000"/>
              </a:lnSpc>
            </a:pPr>
            <a:r>
              <a:rPr lang="ru-RU" sz="1040" b="0" u="none" strike="noStrike" cap="all">
                <a:solidFill>
                  <a:srgbClr val="87929E"/>
                </a:solidFill>
                <a:effectLst/>
                <a:uFillTx/>
                <a:latin typeface="Arial"/>
                <a:ea typeface="DejaVu Sans"/>
              </a:rPr>
              <a:t>Знакомство</a:t>
            </a:r>
            <a:endParaRPr lang="ru-RU" sz="104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45" name="CustomShape 14"/>
          <p:cNvSpPr/>
          <p:nvPr/>
        </p:nvSpPr>
        <p:spPr>
          <a:xfrm>
            <a:off x="599400" y="1029240"/>
            <a:ext cx="10749600" cy="472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>
              <a:lnSpc>
                <a:spcPct val="100000"/>
              </a:lnSpc>
            </a:pPr>
            <a:r>
              <a:rPr lang="ru-RU" sz="2860" b="1" u="none" strike="noStrike">
                <a:solidFill>
                  <a:srgbClr val="243F90"/>
                </a:solidFill>
                <a:effectLst/>
                <a:uFillTx/>
                <a:latin typeface="Arial"/>
                <a:ea typeface="Arial"/>
              </a:rPr>
              <a:t>Цель и задачи вебинара</a:t>
            </a:r>
            <a:endParaRPr lang="ru-RU" sz="28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46" name="CustomShape 15"/>
          <p:cNvSpPr/>
          <p:nvPr/>
        </p:nvSpPr>
        <p:spPr>
          <a:xfrm>
            <a:off x="612720" y="1888200"/>
            <a:ext cx="10749600" cy="2833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45000" rIns="90000" bIns="45000" anchor="t">
            <a:noAutofit/>
          </a:bodyPr>
          <a:p>
            <a:pPr marL="234000" indent="-232560">
              <a:lnSpc>
                <a:spcPct val="150000"/>
              </a:lnSpc>
              <a:buClr>
                <a:srgbClr val="14B4C8"/>
              </a:buClr>
              <a:buFont typeface="Wingdings" charset="2"/>
              <a:buChar char=""/>
            </a:pPr>
            <a:r>
              <a:rPr lang="ru-RU" sz="2000" b="0" u="none" strike="noStrike">
                <a:solidFill>
                  <a:srgbClr val="424A52"/>
                </a:solidFill>
                <a:effectLst/>
                <a:uFillTx/>
                <a:latin typeface="Arial"/>
                <a:ea typeface="DejaVu Sans"/>
              </a:rPr>
              <a:t>Разобрать проблемы Spring Boot в облаке</a:t>
            </a:r>
            <a:endParaRPr lang="ru-R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34000" indent="-232560">
              <a:lnSpc>
                <a:spcPct val="150000"/>
              </a:lnSpc>
              <a:buClr>
                <a:srgbClr val="14B4C8"/>
              </a:buClr>
              <a:buFont typeface="Wingdings" charset="2"/>
              <a:buChar char=""/>
            </a:pPr>
            <a:r>
              <a:rPr lang="ru-RU" sz="2000" b="0" u="none" strike="noStrike">
                <a:solidFill>
                  <a:srgbClr val="424A52"/>
                </a:solidFill>
                <a:effectLst/>
                <a:uFillTx/>
                <a:latin typeface="Arial"/>
                <a:ea typeface="DejaVu Sans"/>
              </a:rPr>
              <a:t>Познакомить с Quarkus и родной сборкой (GraalVM)</a:t>
            </a:r>
            <a:endParaRPr lang="ru-R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34000" indent="-232560">
              <a:lnSpc>
                <a:spcPct val="150000"/>
              </a:lnSpc>
              <a:buClr>
                <a:srgbClr val="14B4C8"/>
              </a:buClr>
              <a:buFont typeface="Wingdings" charset="2"/>
              <a:buChar char=""/>
            </a:pPr>
            <a:r>
              <a:rPr lang="ru-RU" sz="2000" b="0" u="none" strike="noStrike">
                <a:solidFill>
                  <a:srgbClr val="424A52"/>
                </a:solidFill>
                <a:effectLst/>
                <a:uFillTx/>
                <a:latin typeface="Arial"/>
                <a:ea typeface="DejaVu Sans"/>
              </a:rPr>
              <a:t>Сравнить производительность на живом коде</a:t>
            </a:r>
            <a:endParaRPr lang="ru-R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34000" indent="-232560">
              <a:lnSpc>
                <a:spcPct val="150000"/>
              </a:lnSpc>
              <a:buClr>
                <a:srgbClr val="14B4C8"/>
              </a:buClr>
              <a:buFont typeface="Wingdings" charset="2"/>
              <a:buChar char=""/>
            </a:pPr>
            <a:r>
              <a:rPr lang="ru-RU" sz="2000" b="0" u="none" strike="noStrike">
                <a:solidFill>
                  <a:srgbClr val="424A52"/>
                </a:solidFill>
                <a:effectLst/>
                <a:uFillTx/>
                <a:latin typeface="Arial"/>
                <a:ea typeface="DejaVu Sans"/>
              </a:rPr>
              <a:t>Рассказать о настоящем случае из промышленной разработки</a:t>
            </a:r>
            <a:endParaRPr lang="ru-R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34000" indent="-232560">
              <a:lnSpc>
                <a:spcPct val="150000"/>
              </a:lnSpc>
              <a:buClr>
                <a:srgbClr val="14B4C8"/>
              </a:buClr>
              <a:buFont typeface="Wingdings" charset="2"/>
              <a:buChar char=""/>
            </a:pPr>
            <a:r>
              <a:rPr lang="ru-RU" sz="2000" b="0" u="none" strike="noStrike">
                <a:solidFill>
                  <a:srgbClr val="424A52"/>
                </a:solidFill>
                <a:effectLst/>
                <a:uFillTx/>
                <a:latin typeface="Arial"/>
                <a:ea typeface="DejaVu Sans"/>
              </a:rPr>
              <a:t>Объявить курс QRK-001«Quarkus: разработка микросервисов на Java или Kotlin»</a:t>
            </a:r>
            <a:endParaRPr lang="ru-R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7" name="CustomShape 1"/>
          <p:cNvSpPr/>
          <p:nvPr/>
        </p:nvSpPr>
        <p:spPr>
          <a:xfrm>
            <a:off x="6757560" y="2544480"/>
            <a:ext cx="1518480" cy="490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656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3120" b="1" u="none" spc="-20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2 000 г.</a:t>
            </a:r>
            <a:endParaRPr lang="ru-RU" sz="31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48" name="CustomShape 2"/>
          <p:cNvSpPr/>
          <p:nvPr/>
        </p:nvSpPr>
        <p:spPr>
          <a:xfrm>
            <a:off x="6757560" y="3038760"/>
            <a:ext cx="1879920" cy="251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584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156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Начало работы</a:t>
            </a:r>
            <a:endParaRPr lang="ru-RU" sz="15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49" name="CustomShape 3"/>
          <p:cNvSpPr/>
          <p:nvPr/>
        </p:nvSpPr>
        <p:spPr>
          <a:xfrm>
            <a:off x="6757560" y="3566880"/>
            <a:ext cx="1115640" cy="490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656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3120" b="1" u="none" spc="-20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300+</a:t>
            </a:r>
            <a:endParaRPr lang="ru-RU" sz="31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50" name="CustomShape 4"/>
          <p:cNvSpPr/>
          <p:nvPr/>
        </p:nvSpPr>
        <p:spPr>
          <a:xfrm>
            <a:off x="6757560" y="4061160"/>
            <a:ext cx="1879920" cy="504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584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156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Тренингов </a:t>
            </a:r>
            <a:endParaRPr lang="ru-RU" sz="15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560">
              <a:lnSpc>
                <a:spcPct val="100000"/>
              </a:lnSpc>
            </a:pPr>
            <a:r>
              <a:rPr lang="ru-RU" sz="156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и программ</a:t>
            </a:r>
            <a:endParaRPr lang="ru-RU" sz="15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51" name="CustomShape 5"/>
          <p:cNvSpPr/>
          <p:nvPr/>
        </p:nvSpPr>
        <p:spPr>
          <a:xfrm>
            <a:off x="6766200" y="4830120"/>
            <a:ext cx="1636920" cy="490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656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3120" b="1" u="none" spc="-20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60 000+</a:t>
            </a:r>
            <a:endParaRPr lang="ru-RU" sz="31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52" name="CustomShape 6"/>
          <p:cNvSpPr/>
          <p:nvPr/>
        </p:nvSpPr>
        <p:spPr>
          <a:xfrm>
            <a:off x="6766200" y="5277240"/>
            <a:ext cx="1694160" cy="48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584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156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Обученных специалистов</a:t>
            </a:r>
            <a:endParaRPr lang="ru-RU" sz="15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53" name="CustomShape 7"/>
          <p:cNvSpPr/>
          <p:nvPr/>
        </p:nvSpPr>
        <p:spPr>
          <a:xfrm>
            <a:off x="8996760" y="4812480"/>
            <a:ext cx="1636920" cy="490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656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3120" b="1" u="none" spc="-20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1 000+</a:t>
            </a:r>
            <a:endParaRPr lang="ru-RU" sz="31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54" name="CustomShape 8"/>
          <p:cNvSpPr/>
          <p:nvPr/>
        </p:nvSpPr>
        <p:spPr>
          <a:xfrm>
            <a:off x="8996760" y="5301720"/>
            <a:ext cx="2224800" cy="504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584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156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Корпоративных </a:t>
            </a:r>
            <a:endParaRPr lang="ru-RU" sz="15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560">
              <a:lnSpc>
                <a:spcPct val="100000"/>
              </a:lnSpc>
            </a:pPr>
            <a:r>
              <a:rPr lang="ru-RU" sz="156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клиентов</a:t>
            </a:r>
            <a:endParaRPr lang="ru-RU" sz="15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55" name="CustomShape 9"/>
          <p:cNvSpPr/>
          <p:nvPr/>
        </p:nvSpPr>
        <p:spPr>
          <a:xfrm>
            <a:off x="8992080" y="3563280"/>
            <a:ext cx="1115640" cy="490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656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3120" b="1" u="none" spc="-20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250+</a:t>
            </a:r>
            <a:endParaRPr lang="ru-RU" sz="31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56" name="CustomShape 10"/>
          <p:cNvSpPr/>
          <p:nvPr/>
        </p:nvSpPr>
        <p:spPr>
          <a:xfrm>
            <a:off x="8992080" y="4057560"/>
            <a:ext cx="2224800" cy="251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584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156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Экспертов-практиков</a:t>
            </a:r>
            <a:endParaRPr lang="ru-RU" sz="15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57" name="CustomShape 11"/>
          <p:cNvSpPr/>
          <p:nvPr/>
        </p:nvSpPr>
        <p:spPr>
          <a:xfrm>
            <a:off x="9006840" y="2551320"/>
            <a:ext cx="1636920" cy="490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656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3120" b="1" u="none" spc="-20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15 лет+</a:t>
            </a:r>
            <a:endParaRPr lang="ru-RU" sz="31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58" name="CustomShape 12"/>
          <p:cNvSpPr/>
          <p:nvPr/>
        </p:nvSpPr>
        <p:spPr>
          <a:xfrm>
            <a:off x="9006840" y="3045600"/>
            <a:ext cx="2000520" cy="251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584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156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На внешнем рынке</a:t>
            </a:r>
            <a:endParaRPr lang="ru-RU" sz="15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59" name="CustomShape 13"/>
          <p:cNvSpPr/>
          <p:nvPr/>
        </p:nvSpPr>
        <p:spPr>
          <a:xfrm>
            <a:off x="612720" y="259560"/>
            <a:ext cx="5885280" cy="18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>
              <a:lnSpc>
                <a:spcPct val="100000"/>
              </a:lnSpc>
            </a:pPr>
            <a:r>
              <a:rPr lang="ru-RU" sz="1040" b="0" u="none" strike="noStrike" cap="all">
                <a:solidFill>
                  <a:srgbClr val="87929E"/>
                </a:solidFill>
                <a:effectLst/>
                <a:uFillTx/>
                <a:latin typeface="Arial"/>
                <a:ea typeface="DejaVu Sans"/>
              </a:rPr>
              <a:t>Знакомство</a:t>
            </a:r>
            <a:endParaRPr lang="ru-RU" sz="104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60" name="CustomShape 14"/>
          <p:cNvSpPr/>
          <p:nvPr/>
        </p:nvSpPr>
        <p:spPr>
          <a:xfrm>
            <a:off x="612720" y="990000"/>
            <a:ext cx="10749600" cy="472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>
              <a:lnSpc>
                <a:spcPct val="100000"/>
              </a:lnSpc>
            </a:pPr>
            <a:r>
              <a:rPr lang="ru-RU" sz="2860" b="1" u="none" strike="noStrike">
                <a:solidFill>
                  <a:srgbClr val="243F90"/>
                </a:solidFill>
                <a:effectLst/>
                <a:uFillTx/>
                <a:latin typeface="Arial"/>
                <a:ea typeface="Arial"/>
              </a:rPr>
              <a:t>Содержание вебинара</a:t>
            </a:r>
            <a:endParaRPr lang="ru-RU" sz="28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61" name="CustomShape 15"/>
          <p:cNvSpPr/>
          <p:nvPr/>
        </p:nvSpPr>
        <p:spPr>
          <a:xfrm>
            <a:off x="612720" y="1869480"/>
            <a:ext cx="10749600" cy="2833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45000" rIns="90000" bIns="45000" anchor="t">
            <a:noAutofit/>
          </a:bodyPr>
          <a:p>
            <a:pPr marL="457200" indent="-455760">
              <a:lnSpc>
                <a:spcPct val="150000"/>
              </a:lnSpc>
              <a:buClr>
                <a:srgbClr val="14B4C8"/>
              </a:buClr>
              <a:buAutoNum type="arabicPeriod"/>
            </a:pPr>
            <a:r>
              <a:rPr lang="ru-RU" sz="2000" b="0" u="none" strike="noStrike">
                <a:solidFill>
                  <a:srgbClr val="424A52"/>
                </a:solidFill>
                <a:effectLst/>
                <a:uFillTx/>
                <a:latin typeface="Arial"/>
                <a:ea typeface="DejaVu Sans"/>
              </a:rPr>
              <a:t>Архитектурная карта среды Java, сравнение по ключевым признакам</a:t>
            </a:r>
            <a:endParaRPr lang="ru-R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455760">
              <a:lnSpc>
                <a:spcPct val="150000"/>
              </a:lnSpc>
              <a:buClr>
                <a:srgbClr val="14B4C8"/>
              </a:buClr>
              <a:buFont typeface="Arial"/>
              <a:buAutoNum type="arabicPeriod"/>
            </a:pPr>
            <a:r>
              <a:rPr lang="ru-RU" sz="2000" b="0" u="none" strike="noStrike">
                <a:solidFill>
                  <a:srgbClr val="424A52"/>
                </a:solidFill>
                <a:effectLst/>
                <a:uFillTx/>
                <a:latin typeface="Arial"/>
                <a:ea typeface="DejaVu Sans"/>
              </a:rPr>
              <a:t>Проблема долгого старта и высокого потребления памяти (Spring Boot)</a:t>
            </a:r>
            <a:endParaRPr lang="ru-R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455760">
              <a:lnSpc>
                <a:spcPct val="150000"/>
              </a:lnSpc>
              <a:buClr>
                <a:srgbClr val="14B4C8"/>
              </a:buClr>
              <a:buFont typeface="Arial"/>
              <a:buAutoNum type="arabicPeriod"/>
            </a:pPr>
            <a:r>
              <a:rPr lang="ru-RU" sz="2000" b="0" u="none" strike="noStrike">
                <a:solidFill>
                  <a:srgbClr val="424A52"/>
                </a:solidFill>
                <a:effectLst/>
                <a:uFillTx/>
                <a:latin typeface="Arial"/>
                <a:ea typeface="DejaVu Sans"/>
              </a:rPr>
              <a:t>Что такое Quarkus? Среда разработки для облачной среды</a:t>
            </a:r>
            <a:endParaRPr lang="ru-R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455760">
              <a:lnSpc>
                <a:spcPct val="150000"/>
              </a:lnSpc>
              <a:buClr>
                <a:srgbClr val="14B4C8"/>
              </a:buClr>
              <a:buFont typeface="Arial"/>
              <a:buAutoNum type="arabicPeriod"/>
            </a:pPr>
            <a:r>
              <a:rPr lang="ru-RU" sz="2000" b="0" u="none" strike="noStrike">
                <a:solidFill>
                  <a:srgbClr val="424A52"/>
                </a:solidFill>
                <a:effectLst/>
                <a:uFillTx/>
                <a:latin typeface="Arial"/>
                <a:ea typeface="DejaVu Sans"/>
              </a:rPr>
              <a:t>Живой код: REST-сервис на Spring Boot vs Quarkus</a:t>
            </a:r>
            <a:endParaRPr lang="ru-R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455760">
              <a:lnSpc>
                <a:spcPct val="150000"/>
              </a:lnSpc>
              <a:buClr>
                <a:srgbClr val="14B4C8"/>
              </a:buClr>
              <a:buFont typeface="Arial"/>
              <a:buAutoNum type="arabicPeriod"/>
            </a:pPr>
            <a:r>
              <a:rPr lang="ru-RU" sz="2000" b="0" u="none" strike="noStrike">
                <a:solidFill>
                  <a:srgbClr val="424A52"/>
                </a:solidFill>
                <a:effectLst/>
                <a:uFillTx/>
                <a:latin typeface="Arial"/>
                <a:ea typeface="DejaVu Sans"/>
              </a:rPr>
              <a:t>Измерение времени запуска и памяти</a:t>
            </a:r>
            <a:endParaRPr lang="ru-R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455760">
              <a:lnSpc>
                <a:spcPct val="150000"/>
              </a:lnSpc>
              <a:buClr>
                <a:srgbClr val="14B4C8"/>
              </a:buClr>
              <a:buAutoNum type="arabicPeriod"/>
            </a:pPr>
            <a:r>
              <a:rPr lang="ru-RU" sz="2000" b="0" u="none" strike="noStrike">
                <a:solidFill>
                  <a:srgbClr val="424A52"/>
                </a:solidFill>
                <a:effectLst/>
                <a:uFillTx/>
                <a:latin typeface="Arial"/>
                <a:ea typeface="DejaVu Sans"/>
              </a:rPr>
              <a:t>Родная сборка (GraalVM) – запуск за миллисекунды</a:t>
            </a:r>
            <a:endParaRPr lang="ru-R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455760">
              <a:lnSpc>
                <a:spcPct val="150000"/>
              </a:lnSpc>
              <a:buClr>
                <a:srgbClr val="14B4C8"/>
              </a:buClr>
              <a:buFont typeface="Arial"/>
              <a:buAutoNum type="arabicPeriod"/>
            </a:pPr>
            <a:r>
              <a:rPr lang="ru-RU" sz="2000" b="0" u="none" strike="noStrike">
                <a:solidFill>
                  <a:srgbClr val="424A52"/>
                </a:solidFill>
                <a:effectLst/>
                <a:uFillTx/>
                <a:latin typeface="Arial"/>
                <a:ea typeface="DejaVu Sans"/>
              </a:rPr>
              <a:t>Настоящий случай: асинхронная обработка SOAP, REST, JPA запросов в микросервисах.</a:t>
            </a:r>
            <a:endParaRPr lang="ru-R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455760">
              <a:lnSpc>
                <a:spcPct val="150000"/>
              </a:lnSpc>
              <a:buClr>
                <a:srgbClr val="14B4C8"/>
              </a:buClr>
              <a:buFont typeface="Arial"/>
              <a:buAutoNum type="arabicPeriod"/>
            </a:pPr>
            <a:r>
              <a:rPr lang="ru-RU" sz="2000" b="0" u="none" strike="noStrike">
                <a:solidFill>
                  <a:srgbClr val="424A52"/>
                </a:solidFill>
                <a:effectLst/>
                <a:uFillTx/>
                <a:latin typeface="Arial"/>
                <a:ea typeface="DejaVu Sans"/>
              </a:rPr>
              <a:t>Как продолжить изучение – курс QRK-001</a:t>
            </a:r>
            <a:endParaRPr lang="ru-R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2" name="CustomShape 1"/>
          <p:cNvSpPr/>
          <p:nvPr/>
        </p:nvSpPr>
        <p:spPr>
          <a:xfrm>
            <a:off x="6757560" y="2544480"/>
            <a:ext cx="1518480" cy="490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656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3120" b="1" u="none" spc="-20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2 000 г.</a:t>
            </a:r>
            <a:endParaRPr lang="ru-RU" sz="31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63" name="CustomShape 2"/>
          <p:cNvSpPr/>
          <p:nvPr/>
        </p:nvSpPr>
        <p:spPr>
          <a:xfrm>
            <a:off x="6757560" y="3038760"/>
            <a:ext cx="1879920" cy="251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584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156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Начало работы</a:t>
            </a:r>
            <a:endParaRPr lang="ru-RU" sz="15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64" name="CustomShape 3"/>
          <p:cNvSpPr/>
          <p:nvPr/>
        </p:nvSpPr>
        <p:spPr>
          <a:xfrm>
            <a:off x="6757560" y="3566880"/>
            <a:ext cx="1115640" cy="490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656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3120" b="1" u="none" spc="-20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300+</a:t>
            </a:r>
            <a:endParaRPr lang="ru-RU" sz="31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65" name="CustomShape 4"/>
          <p:cNvSpPr/>
          <p:nvPr/>
        </p:nvSpPr>
        <p:spPr>
          <a:xfrm>
            <a:off x="6757560" y="4061160"/>
            <a:ext cx="1879920" cy="504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584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156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Тренингов </a:t>
            </a:r>
            <a:endParaRPr lang="ru-RU" sz="15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560">
              <a:lnSpc>
                <a:spcPct val="100000"/>
              </a:lnSpc>
            </a:pPr>
            <a:r>
              <a:rPr lang="ru-RU" sz="156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и программ</a:t>
            </a:r>
            <a:endParaRPr lang="ru-RU" sz="15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66" name="CustomShape 5"/>
          <p:cNvSpPr/>
          <p:nvPr/>
        </p:nvSpPr>
        <p:spPr>
          <a:xfrm>
            <a:off x="6766200" y="4830120"/>
            <a:ext cx="1636920" cy="490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656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3120" b="1" u="none" spc="-20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60 000+</a:t>
            </a:r>
            <a:endParaRPr lang="ru-RU" sz="31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67" name="CustomShape 6"/>
          <p:cNvSpPr/>
          <p:nvPr/>
        </p:nvSpPr>
        <p:spPr>
          <a:xfrm>
            <a:off x="6766200" y="5277240"/>
            <a:ext cx="1694160" cy="48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584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156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Обученных специалистов</a:t>
            </a:r>
            <a:endParaRPr lang="ru-RU" sz="15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68" name="CustomShape 7"/>
          <p:cNvSpPr/>
          <p:nvPr/>
        </p:nvSpPr>
        <p:spPr>
          <a:xfrm>
            <a:off x="8996760" y="4812480"/>
            <a:ext cx="1636920" cy="490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656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3120" b="1" u="none" spc="-20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1 000+</a:t>
            </a:r>
            <a:endParaRPr lang="ru-RU" sz="31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69" name="CustomShape 8"/>
          <p:cNvSpPr/>
          <p:nvPr/>
        </p:nvSpPr>
        <p:spPr>
          <a:xfrm>
            <a:off x="8996760" y="5301720"/>
            <a:ext cx="2224800" cy="504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584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156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Корпоративных </a:t>
            </a:r>
            <a:endParaRPr lang="ru-RU" sz="15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560">
              <a:lnSpc>
                <a:spcPct val="100000"/>
              </a:lnSpc>
            </a:pPr>
            <a:r>
              <a:rPr lang="ru-RU" sz="156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клиентов</a:t>
            </a:r>
            <a:endParaRPr lang="ru-RU" sz="15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70" name="CustomShape 9"/>
          <p:cNvSpPr/>
          <p:nvPr/>
        </p:nvSpPr>
        <p:spPr>
          <a:xfrm>
            <a:off x="8992080" y="3563280"/>
            <a:ext cx="1115640" cy="490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656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3120" b="1" u="none" spc="-20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250+</a:t>
            </a:r>
            <a:endParaRPr lang="ru-RU" sz="31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71" name="CustomShape 10"/>
          <p:cNvSpPr/>
          <p:nvPr/>
        </p:nvSpPr>
        <p:spPr>
          <a:xfrm>
            <a:off x="8992080" y="4057560"/>
            <a:ext cx="2224800" cy="251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584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156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Экспертов-практиков</a:t>
            </a:r>
            <a:endParaRPr lang="ru-RU" sz="15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72" name="CustomShape 11"/>
          <p:cNvSpPr/>
          <p:nvPr/>
        </p:nvSpPr>
        <p:spPr>
          <a:xfrm>
            <a:off x="9006840" y="2551320"/>
            <a:ext cx="1636920" cy="490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656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3120" b="1" u="none" spc="-20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15 лет+</a:t>
            </a:r>
            <a:endParaRPr lang="ru-RU" sz="31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73" name="CustomShape 12"/>
          <p:cNvSpPr/>
          <p:nvPr/>
        </p:nvSpPr>
        <p:spPr>
          <a:xfrm>
            <a:off x="9006840" y="3045600"/>
            <a:ext cx="2000520" cy="251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584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156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На внешнем рынке</a:t>
            </a:r>
            <a:endParaRPr lang="ru-RU" sz="15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74" name="CustomShape 13"/>
          <p:cNvSpPr/>
          <p:nvPr/>
        </p:nvSpPr>
        <p:spPr>
          <a:xfrm>
            <a:off x="612720" y="259560"/>
            <a:ext cx="5885280" cy="18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75" name="CustomShape 14"/>
          <p:cNvSpPr/>
          <p:nvPr/>
        </p:nvSpPr>
        <p:spPr>
          <a:xfrm>
            <a:off x="612720" y="646200"/>
            <a:ext cx="10749600" cy="472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76" name="CustomShape 15"/>
          <p:cNvSpPr/>
          <p:nvPr/>
        </p:nvSpPr>
        <p:spPr>
          <a:xfrm>
            <a:off x="612720" y="1488600"/>
            <a:ext cx="10749600" cy="1289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677" name=""/>
          <p:cNvPicPr/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/>
        </p:blipFill>
        <p:spPr>
          <a:xfrm>
            <a:off x="0" y="356760"/>
            <a:ext cx="11878920" cy="594324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8" name="CustomShape 43"/>
          <p:cNvSpPr/>
          <p:nvPr/>
        </p:nvSpPr>
        <p:spPr>
          <a:xfrm>
            <a:off x="6757560" y="2544480"/>
            <a:ext cx="1518480" cy="490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656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3120" b="1" u="none" spc="-20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2 000 г.</a:t>
            </a:r>
            <a:endParaRPr lang="ru-RU" sz="31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79" name="CustomShape 44"/>
          <p:cNvSpPr/>
          <p:nvPr/>
        </p:nvSpPr>
        <p:spPr>
          <a:xfrm>
            <a:off x="6757560" y="3038760"/>
            <a:ext cx="1879920" cy="251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584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156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Начало работы</a:t>
            </a:r>
            <a:endParaRPr lang="ru-RU" sz="15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80" name="CustomShape 73"/>
          <p:cNvSpPr/>
          <p:nvPr/>
        </p:nvSpPr>
        <p:spPr>
          <a:xfrm>
            <a:off x="6757560" y="3566880"/>
            <a:ext cx="1115640" cy="490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656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3120" b="1" u="none" spc="-20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300+</a:t>
            </a:r>
            <a:endParaRPr lang="ru-RU" sz="31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81" name="CustomShape 74"/>
          <p:cNvSpPr/>
          <p:nvPr/>
        </p:nvSpPr>
        <p:spPr>
          <a:xfrm>
            <a:off x="6757560" y="4061160"/>
            <a:ext cx="1879920" cy="504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584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156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Тренингов </a:t>
            </a:r>
            <a:endParaRPr lang="ru-RU" sz="15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560">
              <a:lnSpc>
                <a:spcPct val="100000"/>
              </a:lnSpc>
            </a:pPr>
            <a:r>
              <a:rPr lang="ru-RU" sz="156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и программ</a:t>
            </a:r>
            <a:endParaRPr lang="ru-RU" sz="15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82" name="CustomShape 75"/>
          <p:cNvSpPr/>
          <p:nvPr/>
        </p:nvSpPr>
        <p:spPr>
          <a:xfrm>
            <a:off x="6766200" y="4830120"/>
            <a:ext cx="1636920" cy="490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656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3120" b="1" u="none" spc="-20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60 000+</a:t>
            </a:r>
            <a:endParaRPr lang="ru-RU" sz="31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83" name="CustomShape 76"/>
          <p:cNvSpPr/>
          <p:nvPr/>
        </p:nvSpPr>
        <p:spPr>
          <a:xfrm>
            <a:off x="6766200" y="5277240"/>
            <a:ext cx="1694160" cy="48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584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156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Обученных специалистов</a:t>
            </a:r>
            <a:endParaRPr lang="ru-RU" sz="15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84" name="CustomShape 77"/>
          <p:cNvSpPr/>
          <p:nvPr/>
        </p:nvSpPr>
        <p:spPr>
          <a:xfrm>
            <a:off x="8996760" y="4812480"/>
            <a:ext cx="1636920" cy="490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656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3120" b="1" u="none" spc="-20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1 000+</a:t>
            </a:r>
            <a:endParaRPr lang="ru-RU" sz="31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85" name="CustomShape 78"/>
          <p:cNvSpPr/>
          <p:nvPr/>
        </p:nvSpPr>
        <p:spPr>
          <a:xfrm>
            <a:off x="8996760" y="5301720"/>
            <a:ext cx="2224800" cy="504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584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156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Корпоративных </a:t>
            </a:r>
            <a:endParaRPr lang="ru-RU" sz="15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560">
              <a:lnSpc>
                <a:spcPct val="100000"/>
              </a:lnSpc>
            </a:pPr>
            <a:r>
              <a:rPr lang="ru-RU" sz="156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клиентов</a:t>
            </a:r>
            <a:endParaRPr lang="ru-RU" sz="15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86" name="CustomShape 79"/>
          <p:cNvSpPr/>
          <p:nvPr/>
        </p:nvSpPr>
        <p:spPr>
          <a:xfrm>
            <a:off x="8992080" y="3563280"/>
            <a:ext cx="1115640" cy="490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656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3120" b="1" u="none" spc="-20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250+</a:t>
            </a:r>
            <a:endParaRPr lang="ru-RU" sz="31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87" name="CustomShape 80"/>
          <p:cNvSpPr/>
          <p:nvPr/>
        </p:nvSpPr>
        <p:spPr>
          <a:xfrm>
            <a:off x="8992080" y="4057560"/>
            <a:ext cx="2224800" cy="251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584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156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Экспертов-практиков</a:t>
            </a:r>
            <a:endParaRPr lang="ru-RU" sz="15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88" name="CustomShape 81"/>
          <p:cNvSpPr/>
          <p:nvPr/>
        </p:nvSpPr>
        <p:spPr>
          <a:xfrm>
            <a:off x="9006840" y="2551320"/>
            <a:ext cx="1636920" cy="490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656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3120" b="1" u="none" spc="-20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15 лет+</a:t>
            </a:r>
            <a:endParaRPr lang="ru-RU" sz="31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89" name="CustomShape 82"/>
          <p:cNvSpPr/>
          <p:nvPr/>
        </p:nvSpPr>
        <p:spPr>
          <a:xfrm>
            <a:off x="9006840" y="3045600"/>
            <a:ext cx="2000520" cy="251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584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156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На внешнем рынке</a:t>
            </a:r>
            <a:endParaRPr lang="ru-RU" sz="15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90" name="CustomShape 83"/>
          <p:cNvSpPr/>
          <p:nvPr/>
        </p:nvSpPr>
        <p:spPr>
          <a:xfrm>
            <a:off x="612720" y="259560"/>
            <a:ext cx="5885280" cy="18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91" name="CustomShape 84"/>
          <p:cNvSpPr/>
          <p:nvPr/>
        </p:nvSpPr>
        <p:spPr>
          <a:xfrm>
            <a:off x="612720" y="646200"/>
            <a:ext cx="10749600" cy="472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92" name="CustomShape 85"/>
          <p:cNvSpPr/>
          <p:nvPr/>
        </p:nvSpPr>
        <p:spPr>
          <a:xfrm>
            <a:off x="612720" y="1488600"/>
            <a:ext cx="10749600" cy="1289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693" name=""/>
          <p:cNvPicPr/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/>
        </p:blipFill>
        <p:spPr>
          <a:xfrm>
            <a:off x="1626480" y="180000"/>
            <a:ext cx="8703360" cy="648000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4" name="CustomShape 17"/>
          <p:cNvSpPr/>
          <p:nvPr/>
        </p:nvSpPr>
        <p:spPr>
          <a:xfrm>
            <a:off x="6757560" y="2544480"/>
            <a:ext cx="1518480" cy="490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656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3120" b="1" u="none" spc="-20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2 000 г.</a:t>
            </a:r>
            <a:endParaRPr lang="ru-RU" sz="31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95" name="CustomShape 18"/>
          <p:cNvSpPr/>
          <p:nvPr/>
        </p:nvSpPr>
        <p:spPr>
          <a:xfrm>
            <a:off x="6757560" y="3038760"/>
            <a:ext cx="1879920" cy="251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584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156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Начало работы</a:t>
            </a:r>
            <a:endParaRPr lang="ru-RU" sz="15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96" name="CustomShape 19"/>
          <p:cNvSpPr/>
          <p:nvPr/>
        </p:nvSpPr>
        <p:spPr>
          <a:xfrm>
            <a:off x="6757560" y="3566880"/>
            <a:ext cx="1115640" cy="490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656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3120" b="1" u="none" spc="-20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300+</a:t>
            </a:r>
            <a:endParaRPr lang="ru-RU" sz="31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97" name="CustomShape 20"/>
          <p:cNvSpPr/>
          <p:nvPr/>
        </p:nvSpPr>
        <p:spPr>
          <a:xfrm>
            <a:off x="6757560" y="4061160"/>
            <a:ext cx="1879920" cy="504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584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156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Тренингов </a:t>
            </a:r>
            <a:endParaRPr lang="ru-RU" sz="15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560">
              <a:lnSpc>
                <a:spcPct val="100000"/>
              </a:lnSpc>
            </a:pPr>
            <a:r>
              <a:rPr lang="ru-RU" sz="156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и программ</a:t>
            </a:r>
            <a:endParaRPr lang="ru-RU" sz="15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98" name="CustomShape 21"/>
          <p:cNvSpPr/>
          <p:nvPr/>
        </p:nvSpPr>
        <p:spPr>
          <a:xfrm>
            <a:off x="6766200" y="4830120"/>
            <a:ext cx="1636920" cy="490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656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3120" b="1" u="none" spc="-20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60 000+</a:t>
            </a:r>
            <a:endParaRPr lang="ru-RU" sz="31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99" name="CustomShape 22"/>
          <p:cNvSpPr/>
          <p:nvPr/>
        </p:nvSpPr>
        <p:spPr>
          <a:xfrm>
            <a:off x="6766200" y="5277240"/>
            <a:ext cx="1694160" cy="48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584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156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Обученных специалистов</a:t>
            </a:r>
            <a:endParaRPr lang="ru-RU" sz="15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00" name="CustomShape 23"/>
          <p:cNvSpPr/>
          <p:nvPr/>
        </p:nvSpPr>
        <p:spPr>
          <a:xfrm>
            <a:off x="8996760" y="4812480"/>
            <a:ext cx="1636920" cy="490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656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3120" b="1" u="none" spc="-20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1 000+</a:t>
            </a:r>
            <a:endParaRPr lang="ru-RU" sz="31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01" name="CustomShape 24"/>
          <p:cNvSpPr/>
          <p:nvPr/>
        </p:nvSpPr>
        <p:spPr>
          <a:xfrm>
            <a:off x="8996760" y="5301720"/>
            <a:ext cx="2224800" cy="504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584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156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Корпоративных </a:t>
            </a:r>
            <a:endParaRPr lang="ru-RU" sz="15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560">
              <a:lnSpc>
                <a:spcPct val="100000"/>
              </a:lnSpc>
            </a:pPr>
            <a:r>
              <a:rPr lang="ru-RU" sz="156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клиентов</a:t>
            </a:r>
            <a:endParaRPr lang="ru-RU" sz="15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02" name="CustomShape 25"/>
          <p:cNvSpPr/>
          <p:nvPr/>
        </p:nvSpPr>
        <p:spPr>
          <a:xfrm>
            <a:off x="8992080" y="3563280"/>
            <a:ext cx="1115640" cy="490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656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3120" b="1" u="none" spc="-20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250+</a:t>
            </a:r>
            <a:endParaRPr lang="ru-RU" sz="31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03" name="CustomShape 26"/>
          <p:cNvSpPr/>
          <p:nvPr/>
        </p:nvSpPr>
        <p:spPr>
          <a:xfrm>
            <a:off x="8992080" y="4057560"/>
            <a:ext cx="2224800" cy="251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584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156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Экспертов-практиков</a:t>
            </a:r>
            <a:endParaRPr lang="ru-RU" sz="15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04" name="CustomShape 27"/>
          <p:cNvSpPr/>
          <p:nvPr/>
        </p:nvSpPr>
        <p:spPr>
          <a:xfrm>
            <a:off x="9006840" y="2551320"/>
            <a:ext cx="1636920" cy="490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656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3120" b="1" u="none" spc="-20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15 лет+</a:t>
            </a:r>
            <a:endParaRPr lang="ru-RU" sz="31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05" name="CustomShape 28"/>
          <p:cNvSpPr/>
          <p:nvPr/>
        </p:nvSpPr>
        <p:spPr>
          <a:xfrm>
            <a:off x="9006840" y="3045600"/>
            <a:ext cx="2000520" cy="251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584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156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На внешнем рынке</a:t>
            </a:r>
            <a:endParaRPr lang="ru-RU" sz="15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06" name="CustomShape 29"/>
          <p:cNvSpPr/>
          <p:nvPr/>
        </p:nvSpPr>
        <p:spPr>
          <a:xfrm>
            <a:off x="612720" y="259560"/>
            <a:ext cx="5885280" cy="18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07" name="CustomShape 86"/>
          <p:cNvSpPr/>
          <p:nvPr/>
        </p:nvSpPr>
        <p:spPr>
          <a:xfrm>
            <a:off x="612720" y="646200"/>
            <a:ext cx="10749600" cy="472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08" name="CustomShape 87"/>
          <p:cNvSpPr/>
          <p:nvPr/>
        </p:nvSpPr>
        <p:spPr>
          <a:xfrm>
            <a:off x="612720" y="1488600"/>
            <a:ext cx="10749600" cy="1289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709" name=""/>
          <p:cNvPicPr/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/>
        </p:blipFill>
        <p:spPr>
          <a:xfrm>
            <a:off x="720000" y="0"/>
            <a:ext cx="10800000" cy="684000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0" name="CustomShape 88"/>
          <p:cNvSpPr/>
          <p:nvPr/>
        </p:nvSpPr>
        <p:spPr>
          <a:xfrm>
            <a:off x="6757560" y="2544480"/>
            <a:ext cx="1518480" cy="490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656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3120" b="1" u="none" spc="-20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2 000 г.</a:t>
            </a:r>
            <a:endParaRPr lang="ru-RU" sz="31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11" name="CustomShape 103"/>
          <p:cNvSpPr/>
          <p:nvPr/>
        </p:nvSpPr>
        <p:spPr>
          <a:xfrm>
            <a:off x="6757560" y="3038760"/>
            <a:ext cx="1879920" cy="251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584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156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Начало работы</a:t>
            </a:r>
            <a:endParaRPr lang="ru-RU" sz="15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12" name="CustomShape 104"/>
          <p:cNvSpPr/>
          <p:nvPr/>
        </p:nvSpPr>
        <p:spPr>
          <a:xfrm>
            <a:off x="6757560" y="3566880"/>
            <a:ext cx="1115640" cy="490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656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3120" b="1" u="none" spc="-20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300+</a:t>
            </a:r>
            <a:endParaRPr lang="ru-RU" sz="31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13" name="CustomShape 105"/>
          <p:cNvSpPr/>
          <p:nvPr/>
        </p:nvSpPr>
        <p:spPr>
          <a:xfrm>
            <a:off x="6757560" y="4061160"/>
            <a:ext cx="1879920" cy="504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584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156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Тренингов </a:t>
            </a:r>
            <a:endParaRPr lang="ru-RU" sz="15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560">
              <a:lnSpc>
                <a:spcPct val="100000"/>
              </a:lnSpc>
            </a:pPr>
            <a:r>
              <a:rPr lang="ru-RU" sz="156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и программ</a:t>
            </a:r>
            <a:endParaRPr lang="ru-RU" sz="15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14" name="CustomShape 106"/>
          <p:cNvSpPr/>
          <p:nvPr/>
        </p:nvSpPr>
        <p:spPr>
          <a:xfrm>
            <a:off x="6766200" y="4830120"/>
            <a:ext cx="1636920" cy="490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656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3120" b="1" u="none" spc="-20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60 000+</a:t>
            </a:r>
            <a:endParaRPr lang="ru-RU" sz="31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15" name="CustomShape 107"/>
          <p:cNvSpPr/>
          <p:nvPr/>
        </p:nvSpPr>
        <p:spPr>
          <a:xfrm>
            <a:off x="6766200" y="5277240"/>
            <a:ext cx="1694160" cy="48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584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156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Обученных специалистов</a:t>
            </a:r>
            <a:endParaRPr lang="ru-RU" sz="15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16" name="CustomShape 108"/>
          <p:cNvSpPr/>
          <p:nvPr/>
        </p:nvSpPr>
        <p:spPr>
          <a:xfrm>
            <a:off x="8996760" y="4812480"/>
            <a:ext cx="1636920" cy="490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656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3120" b="1" u="none" spc="-20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1 000+</a:t>
            </a:r>
            <a:endParaRPr lang="ru-RU" sz="31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17" name="CustomShape 109"/>
          <p:cNvSpPr/>
          <p:nvPr/>
        </p:nvSpPr>
        <p:spPr>
          <a:xfrm>
            <a:off x="8996760" y="5301720"/>
            <a:ext cx="2224800" cy="504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584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156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Корпоративных </a:t>
            </a:r>
            <a:endParaRPr lang="ru-RU" sz="15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560">
              <a:lnSpc>
                <a:spcPct val="100000"/>
              </a:lnSpc>
            </a:pPr>
            <a:r>
              <a:rPr lang="ru-RU" sz="156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клиентов</a:t>
            </a:r>
            <a:endParaRPr lang="ru-RU" sz="15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18" name="CustomShape 110"/>
          <p:cNvSpPr/>
          <p:nvPr/>
        </p:nvSpPr>
        <p:spPr>
          <a:xfrm>
            <a:off x="8992080" y="3563280"/>
            <a:ext cx="1115640" cy="490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656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3120" b="1" u="none" spc="-20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250+</a:t>
            </a:r>
            <a:endParaRPr lang="ru-RU" sz="31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19" name="CustomShape 111"/>
          <p:cNvSpPr/>
          <p:nvPr/>
        </p:nvSpPr>
        <p:spPr>
          <a:xfrm>
            <a:off x="8992080" y="4057560"/>
            <a:ext cx="2224800" cy="251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584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156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Экспертов-практиков</a:t>
            </a:r>
            <a:endParaRPr lang="ru-RU" sz="15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20" name="CustomShape 112"/>
          <p:cNvSpPr/>
          <p:nvPr/>
        </p:nvSpPr>
        <p:spPr>
          <a:xfrm>
            <a:off x="9006840" y="2551320"/>
            <a:ext cx="1636920" cy="490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656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3120" b="1" u="none" spc="-20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15 лет+</a:t>
            </a:r>
            <a:endParaRPr lang="ru-RU" sz="31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21" name="CustomShape 113"/>
          <p:cNvSpPr/>
          <p:nvPr/>
        </p:nvSpPr>
        <p:spPr>
          <a:xfrm>
            <a:off x="9006840" y="3045600"/>
            <a:ext cx="2000520" cy="251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584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156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На внешнем рынке</a:t>
            </a:r>
            <a:endParaRPr lang="ru-RU" sz="15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22" name="CustomShape 114"/>
          <p:cNvSpPr/>
          <p:nvPr/>
        </p:nvSpPr>
        <p:spPr>
          <a:xfrm>
            <a:off x="612720" y="259560"/>
            <a:ext cx="5885280" cy="18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23" name="CustomShape 115"/>
          <p:cNvSpPr/>
          <p:nvPr/>
        </p:nvSpPr>
        <p:spPr>
          <a:xfrm>
            <a:off x="612720" y="646200"/>
            <a:ext cx="10749600" cy="472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24" name="CustomShape 116"/>
          <p:cNvSpPr/>
          <p:nvPr/>
        </p:nvSpPr>
        <p:spPr>
          <a:xfrm>
            <a:off x="612720" y="1488600"/>
            <a:ext cx="10749600" cy="1289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725" name=""/>
          <p:cNvPicPr/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/>
        </p:blipFill>
        <p:spPr>
          <a:xfrm>
            <a:off x="1440000" y="180000"/>
            <a:ext cx="9900000" cy="658620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6" name="CustomShape 1"/>
          <p:cNvSpPr/>
          <p:nvPr/>
        </p:nvSpPr>
        <p:spPr>
          <a:xfrm>
            <a:off x="6757560" y="2544480"/>
            <a:ext cx="1518480" cy="490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656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3120" b="1" u="none" spc="-20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2 000 г.</a:t>
            </a:r>
            <a:endParaRPr lang="ru-RU" sz="31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27" name="CustomShape 2"/>
          <p:cNvSpPr/>
          <p:nvPr/>
        </p:nvSpPr>
        <p:spPr>
          <a:xfrm>
            <a:off x="6757560" y="3038760"/>
            <a:ext cx="1879920" cy="251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584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156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Начало работы</a:t>
            </a:r>
            <a:endParaRPr lang="ru-RU" sz="15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28" name="CustomShape 3"/>
          <p:cNvSpPr/>
          <p:nvPr/>
        </p:nvSpPr>
        <p:spPr>
          <a:xfrm>
            <a:off x="6757560" y="3566880"/>
            <a:ext cx="1115640" cy="490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656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3120" b="1" u="none" spc="-20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300+</a:t>
            </a:r>
            <a:endParaRPr lang="ru-RU" sz="31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29" name="CustomShape 4"/>
          <p:cNvSpPr/>
          <p:nvPr/>
        </p:nvSpPr>
        <p:spPr>
          <a:xfrm>
            <a:off x="6757560" y="4061160"/>
            <a:ext cx="1879920" cy="504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584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156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Тренингов </a:t>
            </a:r>
            <a:endParaRPr lang="ru-RU" sz="15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560">
              <a:lnSpc>
                <a:spcPct val="100000"/>
              </a:lnSpc>
            </a:pPr>
            <a:r>
              <a:rPr lang="ru-RU" sz="156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и программ</a:t>
            </a:r>
            <a:endParaRPr lang="ru-RU" sz="15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30" name="CustomShape 5"/>
          <p:cNvSpPr/>
          <p:nvPr/>
        </p:nvSpPr>
        <p:spPr>
          <a:xfrm>
            <a:off x="6766200" y="4830120"/>
            <a:ext cx="1636920" cy="490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656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3120" b="1" u="none" spc="-20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60 000+</a:t>
            </a:r>
            <a:endParaRPr lang="ru-RU" sz="31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31" name="CustomShape 6"/>
          <p:cNvSpPr/>
          <p:nvPr/>
        </p:nvSpPr>
        <p:spPr>
          <a:xfrm>
            <a:off x="6766200" y="5277240"/>
            <a:ext cx="1694160" cy="48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584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156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Обученных специалистов</a:t>
            </a:r>
            <a:endParaRPr lang="ru-RU" sz="15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32" name="CustomShape 7"/>
          <p:cNvSpPr/>
          <p:nvPr/>
        </p:nvSpPr>
        <p:spPr>
          <a:xfrm>
            <a:off x="8996760" y="4812480"/>
            <a:ext cx="1636920" cy="490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656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3120" b="1" u="none" spc="-20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1 000+</a:t>
            </a:r>
            <a:endParaRPr lang="ru-RU" sz="31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33" name="CustomShape 8"/>
          <p:cNvSpPr/>
          <p:nvPr/>
        </p:nvSpPr>
        <p:spPr>
          <a:xfrm>
            <a:off x="8996760" y="5301720"/>
            <a:ext cx="2224800" cy="504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584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156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Корпоративных </a:t>
            </a:r>
            <a:endParaRPr lang="ru-RU" sz="15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560">
              <a:lnSpc>
                <a:spcPct val="100000"/>
              </a:lnSpc>
            </a:pPr>
            <a:r>
              <a:rPr lang="ru-RU" sz="156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клиентов</a:t>
            </a:r>
            <a:endParaRPr lang="ru-RU" sz="15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34" name="CustomShape 9"/>
          <p:cNvSpPr/>
          <p:nvPr/>
        </p:nvSpPr>
        <p:spPr>
          <a:xfrm>
            <a:off x="8992080" y="3563280"/>
            <a:ext cx="1115640" cy="490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656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3120" b="1" u="none" spc="-20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250+</a:t>
            </a:r>
            <a:endParaRPr lang="ru-RU" sz="31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35" name="CustomShape 10"/>
          <p:cNvSpPr/>
          <p:nvPr/>
        </p:nvSpPr>
        <p:spPr>
          <a:xfrm>
            <a:off x="8992080" y="4057560"/>
            <a:ext cx="2224800" cy="251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584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156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Экспертов-практиков</a:t>
            </a:r>
            <a:endParaRPr lang="ru-RU" sz="15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36" name="CustomShape 11"/>
          <p:cNvSpPr/>
          <p:nvPr/>
        </p:nvSpPr>
        <p:spPr>
          <a:xfrm>
            <a:off x="9006840" y="2551320"/>
            <a:ext cx="1636920" cy="490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656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3120" b="1" u="none" spc="-20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15 лет+</a:t>
            </a:r>
            <a:endParaRPr lang="ru-RU" sz="31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37" name="CustomShape 12"/>
          <p:cNvSpPr/>
          <p:nvPr/>
        </p:nvSpPr>
        <p:spPr>
          <a:xfrm>
            <a:off x="9006840" y="3045600"/>
            <a:ext cx="2000520" cy="251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584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156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На внешнем рынке</a:t>
            </a:r>
            <a:endParaRPr lang="ru-RU" sz="15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38" name="CustomShape 13"/>
          <p:cNvSpPr/>
          <p:nvPr/>
        </p:nvSpPr>
        <p:spPr>
          <a:xfrm>
            <a:off x="612720" y="259560"/>
            <a:ext cx="5885280" cy="18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>
              <a:lnSpc>
                <a:spcPct val="100000"/>
              </a:lnSpc>
            </a:pPr>
            <a:r>
              <a:rPr lang="ru-RU" sz="1040" b="0" u="none" strike="noStrike" cap="all">
                <a:solidFill>
                  <a:srgbClr val="87929E"/>
                </a:solidFill>
                <a:effectLst/>
                <a:uFillTx/>
                <a:latin typeface="Arial"/>
                <a:ea typeface="DejaVu Sans"/>
              </a:rPr>
              <a:t>Проблема</a:t>
            </a:r>
            <a:endParaRPr lang="ru-RU" sz="104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39" name="CustomShape 14"/>
          <p:cNvSpPr/>
          <p:nvPr/>
        </p:nvSpPr>
        <p:spPr>
          <a:xfrm>
            <a:off x="612720" y="990000"/>
            <a:ext cx="10749600" cy="472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>
              <a:lnSpc>
                <a:spcPct val="100000"/>
              </a:lnSpc>
            </a:pPr>
            <a:r>
              <a:rPr lang="ru-RU" sz="2860" b="1" u="none" strike="noStrike">
                <a:solidFill>
                  <a:srgbClr val="243F90"/>
                </a:solidFill>
                <a:effectLst/>
                <a:uFillTx/>
                <a:latin typeface="Arial"/>
                <a:ea typeface="Arial"/>
              </a:rPr>
              <a:t>Spring Boot в облаке</a:t>
            </a:r>
            <a:endParaRPr lang="ru-RU" sz="28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40" name="CustomShape 15"/>
          <p:cNvSpPr/>
          <p:nvPr/>
        </p:nvSpPr>
        <p:spPr>
          <a:xfrm>
            <a:off x="612720" y="1869480"/>
            <a:ext cx="10749600" cy="2833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45000" rIns="90000" bIns="45000" anchor="t">
            <a:noAutofit/>
          </a:bodyPr>
          <a:p>
            <a:pPr marL="457200" indent="-455760">
              <a:lnSpc>
                <a:spcPct val="150000"/>
              </a:lnSpc>
              <a:buClr>
                <a:srgbClr val="14B4C8"/>
              </a:buClr>
              <a:buFont typeface="Arial"/>
              <a:buAutoNum type="arabicPeriod"/>
            </a:pPr>
            <a:r>
              <a:rPr lang="ru-RU" sz="2000" b="0" u="none" strike="noStrike">
                <a:solidFill>
                  <a:srgbClr val="424A52"/>
                </a:solidFill>
                <a:effectLst/>
                <a:uFillTx/>
                <a:latin typeface="Arial"/>
                <a:ea typeface="DejaVu Sans"/>
              </a:rPr>
              <a:t>Запуск 2–5 секунд – тормозит auto‑scaling в Kubernetes</a:t>
            </a:r>
            <a:endParaRPr lang="ru-R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455760">
              <a:lnSpc>
                <a:spcPct val="150000"/>
              </a:lnSpc>
              <a:buClr>
                <a:srgbClr val="14B4C8"/>
              </a:buClr>
              <a:buFont typeface="Arial"/>
              <a:buAutoNum type="arabicPeriod"/>
            </a:pPr>
            <a:r>
              <a:rPr lang="ru-RU" sz="2000" b="0" u="none" strike="noStrike">
                <a:solidFill>
                  <a:srgbClr val="424A52"/>
                </a:solidFill>
                <a:effectLst/>
                <a:uFillTx/>
                <a:latin typeface="Arial"/>
                <a:ea typeface="DejaVu Sans"/>
              </a:rPr>
              <a:t>Высокое потребление памяти – дорого в облаке</a:t>
            </a:r>
            <a:endParaRPr lang="ru-R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455760">
              <a:lnSpc>
                <a:spcPct val="150000"/>
              </a:lnSpc>
              <a:buClr>
                <a:srgbClr val="14B4C8"/>
              </a:buClr>
              <a:buFont typeface="Arial"/>
              <a:buAutoNum type="arabicPeriod"/>
            </a:pPr>
            <a:r>
              <a:rPr lang="ru-RU" sz="2000" b="0" u="none" strike="noStrike">
                <a:solidFill>
                  <a:srgbClr val="424A52"/>
                </a:solidFill>
                <a:effectLst/>
                <a:uFillTx/>
                <a:latin typeface="Arial"/>
                <a:ea typeface="DejaVu Sans"/>
              </a:rPr>
              <a:t>Тяжело достичь плотности развёртывания</a:t>
            </a:r>
            <a:endParaRPr lang="ru-R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455760">
              <a:lnSpc>
                <a:spcPct val="150000"/>
              </a:lnSpc>
              <a:buClr>
                <a:srgbClr val="14B4C8"/>
              </a:buClr>
              <a:buFont typeface="Arial"/>
              <a:buAutoNum type="arabicPeriod"/>
            </a:pPr>
            <a:r>
              <a:rPr lang="ru-RU" sz="2000" b="0" u="none" strike="noStrike">
                <a:solidFill>
                  <a:srgbClr val="424A52"/>
                </a:solidFill>
                <a:effectLst/>
                <a:uFillTx/>
                <a:latin typeface="Arial"/>
                <a:ea typeface="DejaVu Sans"/>
              </a:rPr>
              <a:t>Вывод: Нужен лёгкий, быстрый каркас для облачных систем</a:t>
            </a:r>
            <a:endParaRPr lang="ru-R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1" name="CustomShape 1"/>
          <p:cNvSpPr/>
          <p:nvPr/>
        </p:nvSpPr>
        <p:spPr>
          <a:xfrm>
            <a:off x="6757560" y="2544480"/>
            <a:ext cx="1518480" cy="490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656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3120" b="1" u="none" spc="-20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2 000 г.</a:t>
            </a:r>
            <a:endParaRPr lang="ru-RU" sz="31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42" name="CustomShape 2"/>
          <p:cNvSpPr/>
          <p:nvPr/>
        </p:nvSpPr>
        <p:spPr>
          <a:xfrm>
            <a:off x="6757560" y="3038760"/>
            <a:ext cx="1879920" cy="251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584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156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Начало работы</a:t>
            </a:r>
            <a:endParaRPr lang="ru-RU" sz="15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43" name="CustomShape 3"/>
          <p:cNvSpPr/>
          <p:nvPr/>
        </p:nvSpPr>
        <p:spPr>
          <a:xfrm>
            <a:off x="6757560" y="3566880"/>
            <a:ext cx="1115640" cy="490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656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3120" b="1" u="none" spc="-20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300+</a:t>
            </a:r>
            <a:endParaRPr lang="ru-RU" sz="31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44" name="CustomShape 4"/>
          <p:cNvSpPr/>
          <p:nvPr/>
        </p:nvSpPr>
        <p:spPr>
          <a:xfrm>
            <a:off x="6757560" y="4061160"/>
            <a:ext cx="1879920" cy="504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584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156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Тренингов </a:t>
            </a:r>
            <a:endParaRPr lang="ru-RU" sz="15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560">
              <a:lnSpc>
                <a:spcPct val="100000"/>
              </a:lnSpc>
            </a:pPr>
            <a:r>
              <a:rPr lang="ru-RU" sz="156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и программ</a:t>
            </a:r>
            <a:endParaRPr lang="ru-RU" sz="15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45" name="CustomShape 5"/>
          <p:cNvSpPr/>
          <p:nvPr/>
        </p:nvSpPr>
        <p:spPr>
          <a:xfrm>
            <a:off x="6766200" y="4830120"/>
            <a:ext cx="1636920" cy="490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656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3120" b="1" u="none" spc="-20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60 000+</a:t>
            </a:r>
            <a:endParaRPr lang="ru-RU" sz="31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46" name="CustomShape 6"/>
          <p:cNvSpPr/>
          <p:nvPr/>
        </p:nvSpPr>
        <p:spPr>
          <a:xfrm>
            <a:off x="6766200" y="5277240"/>
            <a:ext cx="1694160" cy="48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584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156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Обученных специалистов</a:t>
            </a:r>
            <a:endParaRPr lang="ru-RU" sz="15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47" name="CustomShape 7"/>
          <p:cNvSpPr/>
          <p:nvPr/>
        </p:nvSpPr>
        <p:spPr>
          <a:xfrm>
            <a:off x="8996760" y="4812480"/>
            <a:ext cx="1636920" cy="490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656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3120" b="1" u="none" spc="-20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1 000+</a:t>
            </a:r>
            <a:endParaRPr lang="ru-RU" sz="31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48" name="CustomShape 8"/>
          <p:cNvSpPr/>
          <p:nvPr/>
        </p:nvSpPr>
        <p:spPr>
          <a:xfrm>
            <a:off x="8996760" y="5301720"/>
            <a:ext cx="2224800" cy="504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584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156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Корпоративных </a:t>
            </a:r>
            <a:endParaRPr lang="ru-RU" sz="15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560">
              <a:lnSpc>
                <a:spcPct val="100000"/>
              </a:lnSpc>
            </a:pPr>
            <a:r>
              <a:rPr lang="ru-RU" sz="156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клиентов</a:t>
            </a:r>
            <a:endParaRPr lang="ru-RU" sz="15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49" name="CustomShape 9"/>
          <p:cNvSpPr/>
          <p:nvPr/>
        </p:nvSpPr>
        <p:spPr>
          <a:xfrm>
            <a:off x="8992080" y="3563280"/>
            <a:ext cx="1115640" cy="490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656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3120" b="1" u="none" spc="-20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250+</a:t>
            </a:r>
            <a:endParaRPr lang="ru-RU" sz="31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50" name="CustomShape 10"/>
          <p:cNvSpPr/>
          <p:nvPr/>
        </p:nvSpPr>
        <p:spPr>
          <a:xfrm>
            <a:off x="8992080" y="4057560"/>
            <a:ext cx="2224800" cy="251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584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156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Экспертов-практиков</a:t>
            </a:r>
            <a:endParaRPr lang="ru-RU" sz="15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51" name="CustomShape 11"/>
          <p:cNvSpPr/>
          <p:nvPr/>
        </p:nvSpPr>
        <p:spPr>
          <a:xfrm>
            <a:off x="9006840" y="2551320"/>
            <a:ext cx="1636920" cy="490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656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3120" b="1" u="none" spc="-20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15 лет+</a:t>
            </a:r>
            <a:endParaRPr lang="ru-RU" sz="31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52" name="CustomShape 12"/>
          <p:cNvSpPr/>
          <p:nvPr/>
        </p:nvSpPr>
        <p:spPr>
          <a:xfrm>
            <a:off x="9006840" y="3045600"/>
            <a:ext cx="2000520" cy="251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584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156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На внешнем рынке</a:t>
            </a:r>
            <a:endParaRPr lang="ru-RU" sz="15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53" name="CustomShape 13"/>
          <p:cNvSpPr/>
          <p:nvPr/>
        </p:nvSpPr>
        <p:spPr>
          <a:xfrm>
            <a:off x="612720" y="259560"/>
            <a:ext cx="5885280" cy="18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>
              <a:lnSpc>
                <a:spcPct val="100000"/>
              </a:lnSpc>
            </a:pPr>
            <a:r>
              <a:rPr lang="ru-RU" sz="1040" b="0" u="none" strike="noStrike" cap="all">
                <a:solidFill>
                  <a:srgbClr val="87929E"/>
                </a:solidFill>
                <a:effectLst/>
                <a:uFillTx/>
                <a:latin typeface="Arial"/>
                <a:ea typeface="DejaVu Sans"/>
              </a:rPr>
              <a:t>Проблема</a:t>
            </a:r>
            <a:endParaRPr lang="ru-RU" sz="104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54" name="CustomShape 14"/>
          <p:cNvSpPr/>
          <p:nvPr/>
        </p:nvSpPr>
        <p:spPr>
          <a:xfrm>
            <a:off x="612720" y="990000"/>
            <a:ext cx="10749600" cy="472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>
              <a:lnSpc>
                <a:spcPct val="100000"/>
              </a:lnSpc>
            </a:pPr>
            <a:r>
              <a:rPr lang="ru-RU" sz="2860" b="1" u="none" strike="noStrike">
                <a:solidFill>
                  <a:srgbClr val="243F90"/>
                </a:solidFill>
                <a:effectLst/>
                <a:uFillTx/>
                <a:latin typeface="Arial"/>
                <a:ea typeface="Arial"/>
              </a:rPr>
              <a:t>Что такое Quarkus?</a:t>
            </a:r>
            <a:endParaRPr lang="ru-RU" sz="28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55" name="CustomShape 15"/>
          <p:cNvSpPr/>
          <p:nvPr/>
        </p:nvSpPr>
        <p:spPr>
          <a:xfrm>
            <a:off x="612720" y="1869480"/>
            <a:ext cx="10749600" cy="2833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45000" rIns="90000" bIns="45000" anchor="t">
            <a:noAutofit/>
          </a:bodyPr>
          <a:p>
            <a:pPr marL="457200" indent="-455760">
              <a:lnSpc>
                <a:spcPct val="150000"/>
              </a:lnSpc>
              <a:buClr>
                <a:srgbClr val="14B4C8"/>
              </a:buClr>
              <a:buFont typeface="Arial"/>
              <a:buAutoNum type="arabicPeriod"/>
            </a:pPr>
            <a:r>
              <a:rPr lang="ru-RU" sz="2000" b="0" u="none" strike="noStrike">
                <a:solidFill>
                  <a:srgbClr val="424A52"/>
                </a:solidFill>
                <a:effectLst/>
                <a:uFillTx/>
                <a:latin typeface="Arial"/>
                <a:ea typeface="DejaVu Sans"/>
              </a:rPr>
              <a:t>Что это: Специально созданный для облачной среды и Kubernetes каркас разработки</a:t>
            </a:r>
            <a:endParaRPr lang="ru-R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455760">
              <a:lnSpc>
                <a:spcPct val="150000"/>
              </a:lnSpc>
              <a:buClr>
                <a:srgbClr val="14B4C8"/>
              </a:buClr>
              <a:buFont typeface="Arial"/>
              <a:buAutoNum type="arabicPeriod"/>
            </a:pPr>
            <a:r>
              <a:rPr lang="ru-RU" sz="2000" b="0" u="none" strike="noStrike">
                <a:solidFill>
                  <a:srgbClr val="424A52"/>
                </a:solidFill>
                <a:effectLst/>
                <a:uFillTx/>
                <a:latin typeface="Arial"/>
                <a:ea typeface="DejaVu Sans"/>
              </a:rPr>
              <a:t>Ключевые возможности: Быстрый старт (до миллисекунд)</a:t>
            </a:r>
            <a:endParaRPr lang="ru-R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455760">
              <a:lnSpc>
                <a:spcPct val="150000"/>
              </a:lnSpc>
              <a:buClr>
                <a:srgbClr val="14B4C8"/>
              </a:buClr>
              <a:buFont typeface="Arial"/>
              <a:buAutoNum type="arabicPeriod"/>
            </a:pPr>
            <a:r>
              <a:rPr lang="ru-RU" sz="2000" b="0" u="none" strike="noStrike">
                <a:solidFill>
                  <a:srgbClr val="424A52"/>
                </a:solidFill>
                <a:effectLst/>
                <a:uFillTx/>
                <a:latin typeface="Arial"/>
                <a:ea typeface="DejaVu Sans"/>
              </a:rPr>
              <a:t>Низкое потребление памяти (на 30–50% меньше Spring Boot)</a:t>
            </a:r>
            <a:endParaRPr lang="ru-R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455760">
              <a:lnSpc>
                <a:spcPct val="150000"/>
              </a:lnSpc>
              <a:buClr>
                <a:srgbClr val="14B4C8"/>
              </a:buClr>
              <a:buFont typeface="Arial"/>
              <a:buAutoNum type="arabicPeriod"/>
            </a:pPr>
            <a:r>
              <a:rPr lang="ru-RU" sz="2000" b="0" u="none" strike="noStrike">
                <a:solidFill>
                  <a:srgbClr val="424A52"/>
                </a:solidFill>
                <a:effectLst/>
                <a:uFillTx/>
                <a:latin typeface="Arial"/>
                <a:ea typeface="DejaVu Sans"/>
              </a:rPr>
              <a:t>Родная сборка через GraalVM</a:t>
            </a:r>
            <a:endParaRPr lang="ru-R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455760">
              <a:lnSpc>
                <a:spcPct val="150000"/>
              </a:lnSpc>
              <a:buClr>
                <a:srgbClr val="14B4C8"/>
              </a:buClr>
              <a:buFont typeface="Arial"/>
              <a:buAutoNum type="arabicPeriod"/>
            </a:pPr>
            <a:r>
              <a:rPr lang="ru-RU" sz="2000" b="0" u="none" strike="noStrike">
                <a:solidFill>
                  <a:srgbClr val="424A52"/>
                </a:solidFill>
                <a:effectLst/>
                <a:uFillTx/>
                <a:latin typeface="Arial"/>
                <a:ea typeface="DejaVu Sans"/>
              </a:rPr>
              <a:t>Более 800 расширений (Kafka, REST, Panache, Security)</a:t>
            </a:r>
            <a:endParaRPr lang="ru-R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455760">
              <a:lnSpc>
                <a:spcPct val="150000"/>
              </a:lnSpc>
              <a:buClr>
                <a:srgbClr val="14B4C8"/>
              </a:buClr>
              <a:buFont typeface="Arial"/>
              <a:buAutoNum type="arabicPeriod"/>
            </a:pPr>
            <a:r>
              <a:rPr lang="ru-RU" sz="2000" b="0" u="none" strike="noStrike">
                <a:solidFill>
                  <a:srgbClr val="424A52"/>
                </a:solidFill>
                <a:effectLst/>
                <a:uFillTx/>
                <a:latin typeface="Arial"/>
                <a:ea typeface="DejaVu Sans"/>
              </a:rPr>
              <a:t>Поддерживает: Java и Kotlin</a:t>
            </a:r>
            <a:endParaRPr lang="ru-R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6" name="CustomShape 1"/>
          <p:cNvSpPr/>
          <p:nvPr/>
        </p:nvSpPr>
        <p:spPr>
          <a:xfrm>
            <a:off x="612720" y="3791880"/>
            <a:ext cx="5885640" cy="68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57" name="CustomShape 2"/>
          <p:cNvSpPr/>
          <p:nvPr/>
        </p:nvSpPr>
        <p:spPr>
          <a:xfrm>
            <a:off x="496440" y="2260800"/>
            <a:ext cx="5885640" cy="121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758" name=""/>
          <p:cNvPicPr/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/>
        </p:blipFill>
        <p:spPr>
          <a:xfrm>
            <a:off x="180000" y="25920"/>
            <a:ext cx="9359280" cy="683928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9" name="CustomShape 1"/>
          <p:cNvSpPr/>
          <p:nvPr/>
        </p:nvSpPr>
        <p:spPr>
          <a:xfrm>
            <a:off x="6757560" y="2544480"/>
            <a:ext cx="1518480" cy="490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656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3120" b="1" u="none" spc="-20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2 000 г.</a:t>
            </a:r>
            <a:endParaRPr lang="ru-RU" sz="31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60" name="CustomShape 2"/>
          <p:cNvSpPr/>
          <p:nvPr/>
        </p:nvSpPr>
        <p:spPr>
          <a:xfrm>
            <a:off x="6757560" y="3038760"/>
            <a:ext cx="1879920" cy="251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584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156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Начало работы</a:t>
            </a:r>
            <a:endParaRPr lang="ru-RU" sz="15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61" name="CustomShape 3"/>
          <p:cNvSpPr/>
          <p:nvPr/>
        </p:nvSpPr>
        <p:spPr>
          <a:xfrm>
            <a:off x="6757560" y="3566880"/>
            <a:ext cx="1115640" cy="490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656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3120" b="1" u="none" spc="-20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300+</a:t>
            </a:r>
            <a:endParaRPr lang="ru-RU" sz="31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62" name="CustomShape 4"/>
          <p:cNvSpPr/>
          <p:nvPr/>
        </p:nvSpPr>
        <p:spPr>
          <a:xfrm>
            <a:off x="6757560" y="4061160"/>
            <a:ext cx="1879920" cy="504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584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156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Тренингов </a:t>
            </a:r>
            <a:endParaRPr lang="ru-RU" sz="15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560">
              <a:lnSpc>
                <a:spcPct val="100000"/>
              </a:lnSpc>
            </a:pPr>
            <a:r>
              <a:rPr lang="ru-RU" sz="156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и программ</a:t>
            </a:r>
            <a:endParaRPr lang="ru-RU" sz="15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63" name="CustomShape 5"/>
          <p:cNvSpPr/>
          <p:nvPr/>
        </p:nvSpPr>
        <p:spPr>
          <a:xfrm>
            <a:off x="6766200" y="4830120"/>
            <a:ext cx="1636920" cy="490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656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3120" b="1" u="none" spc="-20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60 000+</a:t>
            </a:r>
            <a:endParaRPr lang="ru-RU" sz="31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64" name="CustomShape 6"/>
          <p:cNvSpPr/>
          <p:nvPr/>
        </p:nvSpPr>
        <p:spPr>
          <a:xfrm>
            <a:off x="6766200" y="5277240"/>
            <a:ext cx="1694160" cy="48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584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156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Обученных специалистов</a:t>
            </a:r>
            <a:endParaRPr lang="ru-RU" sz="15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65" name="CustomShape 7"/>
          <p:cNvSpPr/>
          <p:nvPr/>
        </p:nvSpPr>
        <p:spPr>
          <a:xfrm>
            <a:off x="8996760" y="4812480"/>
            <a:ext cx="1636920" cy="490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656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3120" b="1" u="none" spc="-20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1 000+</a:t>
            </a:r>
            <a:endParaRPr lang="ru-RU" sz="31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66" name="CustomShape 8"/>
          <p:cNvSpPr/>
          <p:nvPr/>
        </p:nvSpPr>
        <p:spPr>
          <a:xfrm>
            <a:off x="8996760" y="5301720"/>
            <a:ext cx="2224800" cy="504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584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156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Корпоративных </a:t>
            </a:r>
            <a:endParaRPr lang="ru-RU" sz="15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560">
              <a:lnSpc>
                <a:spcPct val="100000"/>
              </a:lnSpc>
            </a:pPr>
            <a:r>
              <a:rPr lang="ru-RU" sz="156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клиентов</a:t>
            </a:r>
            <a:endParaRPr lang="ru-RU" sz="15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67" name="CustomShape 9"/>
          <p:cNvSpPr/>
          <p:nvPr/>
        </p:nvSpPr>
        <p:spPr>
          <a:xfrm>
            <a:off x="8992080" y="3563280"/>
            <a:ext cx="1115640" cy="490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656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3120" b="1" u="none" spc="-20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250+</a:t>
            </a:r>
            <a:endParaRPr lang="ru-RU" sz="31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68" name="CustomShape 10"/>
          <p:cNvSpPr/>
          <p:nvPr/>
        </p:nvSpPr>
        <p:spPr>
          <a:xfrm>
            <a:off x="8992080" y="4057560"/>
            <a:ext cx="2224800" cy="251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584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156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Экспертов-практиков</a:t>
            </a:r>
            <a:endParaRPr lang="ru-RU" sz="15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69" name="CustomShape 11"/>
          <p:cNvSpPr/>
          <p:nvPr/>
        </p:nvSpPr>
        <p:spPr>
          <a:xfrm>
            <a:off x="9006840" y="2551320"/>
            <a:ext cx="1636920" cy="490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656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3120" b="1" u="none" spc="-20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15 лет+</a:t>
            </a:r>
            <a:endParaRPr lang="ru-RU" sz="31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70" name="CustomShape 12"/>
          <p:cNvSpPr/>
          <p:nvPr/>
        </p:nvSpPr>
        <p:spPr>
          <a:xfrm>
            <a:off x="9006840" y="3045600"/>
            <a:ext cx="2000520" cy="251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584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156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На внешнем рынке</a:t>
            </a:r>
            <a:endParaRPr lang="ru-RU" sz="15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71" name="CustomShape 13"/>
          <p:cNvSpPr/>
          <p:nvPr/>
        </p:nvSpPr>
        <p:spPr>
          <a:xfrm>
            <a:off x="612720" y="259560"/>
            <a:ext cx="5885280" cy="18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772" name=""/>
          <p:cNvPicPr/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/>
        </p:blipFill>
        <p:spPr>
          <a:xfrm>
            <a:off x="741600" y="401760"/>
            <a:ext cx="10486440" cy="496188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3" name="CustomShape 30"/>
          <p:cNvSpPr/>
          <p:nvPr/>
        </p:nvSpPr>
        <p:spPr>
          <a:xfrm>
            <a:off x="6757560" y="2544480"/>
            <a:ext cx="1518480" cy="490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656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3120" b="1" u="none" spc="-20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2 000 г.</a:t>
            </a:r>
            <a:endParaRPr lang="ru-RU" sz="31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74" name="CustomShape 31"/>
          <p:cNvSpPr/>
          <p:nvPr/>
        </p:nvSpPr>
        <p:spPr>
          <a:xfrm>
            <a:off x="6757560" y="3038760"/>
            <a:ext cx="1879920" cy="251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584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156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Начало работы</a:t>
            </a:r>
            <a:endParaRPr lang="ru-RU" sz="15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75" name="CustomShape 32"/>
          <p:cNvSpPr/>
          <p:nvPr/>
        </p:nvSpPr>
        <p:spPr>
          <a:xfrm>
            <a:off x="6757560" y="3566880"/>
            <a:ext cx="1115640" cy="490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656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3120" b="1" u="none" spc="-20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300+</a:t>
            </a:r>
            <a:endParaRPr lang="ru-RU" sz="31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76" name="CustomShape 33"/>
          <p:cNvSpPr/>
          <p:nvPr/>
        </p:nvSpPr>
        <p:spPr>
          <a:xfrm>
            <a:off x="6757560" y="4061160"/>
            <a:ext cx="1879920" cy="504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584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156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Тренингов </a:t>
            </a:r>
            <a:endParaRPr lang="ru-RU" sz="15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560">
              <a:lnSpc>
                <a:spcPct val="100000"/>
              </a:lnSpc>
            </a:pPr>
            <a:r>
              <a:rPr lang="ru-RU" sz="156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и программ</a:t>
            </a:r>
            <a:endParaRPr lang="ru-RU" sz="15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77" name="CustomShape 34"/>
          <p:cNvSpPr/>
          <p:nvPr/>
        </p:nvSpPr>
        <p:spPr>
          <a:xfrm>
            <a:off x="6766200" y="4830120"/>
            <a:ext cx="1636920" cy="490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656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3120" b="1" u="none" spc="-20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60 000+</a:t>
            </a:r>
            <a:endParaRPr lang="ru-RU" sz="31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78" name="CustomShape 35"/>
          <p:cNvSpPr/>
          <p:nvPr/>
        </p:nvSpPr>
        <p:spPr>
          <a:xfrm>
            <a:off x="6766200" y="5277240"/>
            <a:ext cx="1694160" cy="48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584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156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Обученных специалистов</a:t>
            </a:r>
            <a:endParaRPr lang="ru-RU" sz="15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79" name="CustomShape 36"/>
          <p:cNvSpPr/>
          <p:nvPr/>
        </p:nvSpPr>
        <p:spPr>
          <a:xfrm>
            <a:off x="8996760" y="4812480"/>
            <a:ext cx="1636920" cy="490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656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3120" b="1" u="none" spc="-20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1 000+</a:t>
            </a:r>
            <a:endParaRPr lang="ru-RU" sz="31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80" name="CustomShape 37"/>
          <p:cNvSpPr/>
          <p:nvPr/>
        </p:nvSpPr>
        <p:spPr>
          <a:xfrm>
            <a:off x="8996760" y="5301720"/>
            <a:ext cx="2224800" cy="504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584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156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Корпоративных </a:t>
            </a:r>
            <a:endParaRPr lang="ru-RU" sz="15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560">
              <a:lnSpc>
                <a:spcPct val="100000"/>
              </a:lnSpc>
            </a:pPr>
            <a:r>
              <a:rPr lang="ru-RU" sz="156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клиентов</a:t>
            </a:r>
            <a:endParaRPr lang="ru-RU" sz="15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81" name="CustomShape 38"/>
          <p:cNvSpPr/>
          <p:nvPr/>
        </p:nvSpPr>
        <p:spPr>
          <a:xfrm>
            <a:off x="8992080" y="3563280"/>
            <a:ext cx="1115640" cy="490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656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3120" b="1" u="none" spc="-20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250+</a:t>
            </a:r>
            <a:endParaRPr lang="ru-RU" sz="31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82" name="CustomShape 39"/>
          <p:cNvSpPr/>
          <p:nvPr/>
        </p:nvSpPr>
        <p:spPr>
          <a:xfrm>
            <a:off x="8992080" y="4057560"/>
            <a:ext cx="2224800" cy="251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584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156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Экспертов-практиков</a:t>
            </a:r>
            <a:endParaRPr lang="ru-RU" sz="15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83" name="CustomShape 40"/>
          <p:cNvSpPr/>
          <p:nvPr/>
        </p:nvSpPr>
        <p:spPr>
          <a:xfrm>
            <a:off x="9006840" y="2551320"/>
            <a:ext cx="1636920" cy="490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656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3120" b="1" u="none" spc="-20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15 лет+</a:t>
            </a:r>
            <a:endParaRPr lang="ru-RU" sz="31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84" name="CustomShape 41"/>
          <p:cNvSpPr/>
          <p:nvPr/>
        </p:nvSpPr>
        <p:spPr>
          <a:xfrm>
            <a:off x="9006840" y="3045600"/>
            <a:ext cx="2000520" cy="251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584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156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На внешнем рынке</a:t>
            </a:r>
            <a:endParaRPr lang="ru-RU" sz="15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85" name="CustomShape 42"/>
          <p:cNvSpPr/>
          <p:nvPr/>
        </p:nvSpPr>
        <p:spPr>
          <a:xfrm>
            <a:off x="612720" y="259560"/>
            <a:ext cx="5885280" cy="18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786" name=""/>
          <p:cNvPicPr/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/>
        </p:blipFill>
        <p:spPr>
          <a:xfrm>
            <a:off x="1496880" y="541440"/>
            <a:ext cx="9057960" cy="591480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7" name="CustomShape 60"/>
          <p:cNvSpPr/>
          <p:nvPr/>
        </p:nvSpPr>
        <p:spPr>
          <a:xfrm>
            <a:off x="6757560" y="2544480"/>
            <a:ext cx="1518480" cy="490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656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3120" b="1" u="none" spc="-20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2 000 г.</a:t>
            </a:r>
            <a:endParaRPr lang="ru-RU" sz="31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88" name="CustomShape 61"/>
          <p:cNvSpPr/>
          <p:nvPr/>
        </p:nvSpPr>
        <p:spPr>
          <a:xfrm>
            <a:off x="6757560" y="3038760"/>
            <a:ext cx="1879920" cy="251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584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156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Начало работы</a:t>
            </a:r>
            <a:endParaRPr lang="ru-RU" sz="15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89" name="CustomShape 62"/>
          <p:cNvSpPr/>
          <p:nvPr/>
        </p:nvSpPr>
        <p:spPr>
          <a:xfrm>
            <a:off x="6757560" y="3566880"/>
            <a:ext cx="1115640" cy="490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656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3120" b="1" u="none" spc="-20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300+</a:t>
            </a:r>
            <a:endParaRPr lang="ru-RU" sz="31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90" name="CustomShape 63"/>
          <p:cNvSpPr/>
          <p:nvPr/>
        </p:nvSpPr>
        <p:spPr>
          <a:xfrm>
            <a:off x="6757560" y="4061160"/>
            <a:ext cx="1879920" cy="504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584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156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Тренингов </a:t>
            </a:r>
            <a:endParaRPr lang="ru-RU" sz="15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560">
              <a:lnSpc>
                <a:spcPct val="100000"/>
              </a:lnSpc>
            </a:pPr>
            <a:r>
              <a:rPr lang="ru-RU" sz="156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и программ</a:t>
            </a:r>
            <a:endParaRPr lang="ru-RU" sz="15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91" name="CustomShape 64"/>
          <p:cNvSpPr/>
          <p:nvPr/>
        </p:nvSpPr>
        <p:spPr>
          <a:xfrm>
            <a:off x="6766200" y="4830120"/>
            <a:ext cx="1636920" cy="490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656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3120" b="1" u="none" spc="-20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60 000+</a:t>
            </a:r>
            <a:endParaRPr lang="ru-RU" sz="31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92" name="CustomShape 65"/>
          <p:cNvSpPr/>
          <p:nvPr/>
        </p:nvSpPr>
        <p:spPr>
          <a:xfrm>
            <a:off x="6766200" y="5277240"/>
            <a:ext cx="1694160" cy="48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584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156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Обученных специалистов</a:t>
            </a:r>
            <a:endParaRPr lang="ru-RU" sz="15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93" name="CustomShape 66"/>
          <p:cNvSpPr/>
          <p:nvPr/>
        </p:nvSpPr>
        <p:spPr>
          <a:xfrm>
            <a:off x="8996760" y="4812480"/>
            <a:ext cx="1636920" cy="490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656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3120" b="1" u="none" spc="-20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1 000+</a:t>
            </a:r>
            <a:endParaRPr lang="ru-RU" sz="31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94" name="CustomShape 67"/>
          <p:cNvSpPr/>
          <p:nvPr/>
        </p:nvSpPr>
        <p:spPr>
          <a:xfrm>
            <a:off x="8996760" y="5301720"/>
            <a:ext cx="2224800" cy="504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584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156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Корпоративных </a:t>
            </a:r>
            <a:endParaRPr lang="ru-RU" sz="15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560">
              <a:lnSpc>
                <a:spcPct val="100000"/>
              </a:lnSpc>
            </a:pPr>
            <a:r>
              <a:rPr lang="ru-RU" sz="156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клиентов</a:t>
            </a:r>
            <a:endParaRPr lang="ru-RU" sz="15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95" name="CustomShape 68"/>
          <p:cNvSpPr/>
          <p:nvPr/>
        </p:nvSpPr>
        <p:spPr>
          <a:xfrm>
            <a:off x="8992080" y="3563280"/>
            <a:ext cx="1115640" cy="490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656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3120" b="1" u="none" spc="-20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250+</a:t>
            </a:r>
            <a:endParaRPr lang="ru-RU" sz="31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96" name="CustomShape 69"/>
          <p:cNvSpPr/>
          <p:nvPr/>
        </p:nvSpPr>
        <p:spPr>
          <a:xfrm>
            <a:off x="8992080" y="4057560"/>
            <a:ext cx="2224800" cy="251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584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156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Экспертов-практиков</a:t>
            </a:r>
            <a:endParaRPr lang="ru-RU" sz="15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97" name="CustomShape 70"/>
          <p:cNvSpPr/>
          <p:nvPr/>
        </p:nvSpPr>
        <p:spPr>
          <a:xfrm>
            <a:off x="9006840" y="2551320"/>
            <a:ext cx="1636920" cy="490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656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3120" b="1" u="none" spc="-20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15 лет+</a:t>
            </a:r>
            <a:endParaRPr lang="ru-RU" sz="31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98" name="CustomShape 71"/>
          <p:cNvSpPr/>
          <p:nvPr/>
        </p:nvSpPr>
        <p:spPr>
          <a:xfrm>
            <a:off x="9006840" y="3045600"/>
            <a:ext cx="2000520" cy="251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584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156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На внешнем рынке</a:t>
            </a:r>
            <a:endParaRPr lang="ru-RU" sz="15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99" name="CustomShape 72"/>
          <p:cNvSpPr/>
          <p:nvPr/>
        </p:nvSpPr>
        <p:spPr>
          <a:xfrm>
            <a:off x="612720" y="259560"/>
            <a:ext cx="5885280" cy="18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800" name=""/>
          <p:cNvPicPr/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/>
        </p:blipFill>
        <p:spPr>
          <a:xfrm>
            <a:off x="1455840" y="790920"/>
            <a:ext cx="9057960" cy="534312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1" name="CustomShape 1"/>
          <p:cNvSpPr/>
          <p:nvPr/>
        </p:nvSpPr>
        <p:spPr>
          <a:xfrm>
            <a:off x="6757560" y="2544480"/>
            <a:ext cx="1518480" cy="490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656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3120" b="1" u="none" spc="-20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2 000 г.</a:t>
            </a:r>
            <a:endParaRPr lang="ru-RU" sz="31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02" name="CustomShape 2"/>
          <p:cNvSpPr/>
          <p:nvPr/>
        </p:nvSpPr>
        <p:spPr>
          <a:xfrm>
            <a:off x="6757560" y="3038760"/>
            <a:ext cx="1879920" cy="251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584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156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Начало работы</a:t>
            </a:r>
            <a:endParaRPr lang="ru-RU" sz="15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03" name="CustomShape 3"/>
          <p:cNvSpPr/>
          <p:nvPr/>
        </p:nvSpPr>
        <p:spPr>
          <a:xfrm>
            <a:off x="6757560" y="3566880"/>
            <a:ext cx="1115640" cy="490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656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3120" b="1" u="none" spc="-20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300+</a:t>
            </a:r>
            <a:endParaRPr lang="ru-RU" sz="31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04" name="CustomShape 4"/>
          <p:cNvSpPr/>
          <p:nvPr/>
        </p:nvSpPr>
        <p:spPr>
          <a:xfrm>
            <a:off x="6757560" y="4061160"/>
            <a:ext cx="1879920" cy="504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584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156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Тренингов </a:t>
            </a:r>
            <a:endParaRPr lang="ru-RU" sz="15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560">
              <a:lnSpc>
                <a:spcPct val="100000"/>
              </a:lnSpc>
            </a:pPr>
            <a:r>
              <a:rPr lang="ru-RU" sz="156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и программ</a:t>
            </a:r>
            <a:endParaRPr lang="ru-RU" sz="15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05" name="CustomShape 5"/>
          <p:cNvSpPr/>
          <p:nvPr/>
        </p:nvSpPr>
        <p:spPr>
          <a:xfrm>
            <a:off x="6766200" y="4830120"/>
            <a:ext cx="1636920" cy="490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656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3120" b="1" u="none" spc="-20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60 000+</a:t>
            </a:r>
            <a:endParaRPr lang="ru-RU" sz="31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06" name="CustomShape 6"/>
          <p:cNvSpPr/>
          <p:nvPr/>
        </p:nvSpPr>
        <p:spPr>
          <a:xfrm>
            <a:off x="6766200" y="5277240"/>
            <a:ext cx="1694160" cy="48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584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156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Обученных специалистов</a:t>
            </a:r>
            <a:endParaRPr lang="ru-RU" sz="15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07" name="CustomShape 7"/>
          <p:cNvSpPr/>
          <p:nvPr/>
        </p:nvSpPr>
        <p:spPr>
          <a:xfrm>
            <a:off x="8996760" y="4812480"/>
            <a:ext cx="1636920" cy="490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656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3120" b="1" u="none" spc="-20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1 000+</a:t>
            </a:r>
            <a:endParaRPr lang="ru-RU" sz="31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08" name="CustomShape 8"/>
          <p:cNvSpPr/>
          <p:nvPr/>
        </p:nvSpPr>
        <p:spPr>
          <a:xfrm>
            <a:off x="8996760" y="5301720"/>
            <a:ext cx="2224800" cy="504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584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156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Корпоративных </a:t>
            </a:r>
            <a:endParaRPr lang="ru-RU" sz="15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560">
              <a:lnSpc>
                <a:spcPct val="100000"/>
              </a:lnSpc>
            </a:pPr>
            <a:r>
              <a:rPr lang="ru-RU" sz="156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клиентов</a:t>
            </a:r>
            <a:endParaRPr lang="ru-RU" sz="15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09" name="CustomShape 9"/>
          <p:cNvSpPr/>
          <p:nvPr/>
        </p:nvSpPr>
        <p:spPr>
          <a:xfrm>
            <a:off x="8992080" y="3563280"/>
            <a:ext cx="1115640" cy="490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656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3120" b="1" u="none" spc="-20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250+</a:t>
            </a:r>
            <a:endParaRPr lang="ru-RU" sz="31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10" name="CustomShape 10"/>
          <p:cNvSpPr/>
          <p:nvPr/>
        </p:nvSpPr>
        <p:spPr>
          <a:xfrm>
            <a:off x="8992080" y="4057560"/>
            <a:ext cx="2224800" cy="251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584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156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Экспертов-практиков</a:t>
            </a:r>
            <a:endParaRPr lang="ru-RU" sz="15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11" name="CustomShape 11"/>
          <p:cNvSpPr/>
          <p:nvPr/>
        </p:nvSpPr>
        <p:spPr>
          <a:xfrm>
            <a:off x="9006840" y="2551320"/>
            <a:ext cx="1636920" cy="490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656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3120" b="1" u="none" spc="-20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15 лет+</a:t>
            </a:r>
            <a:endParaRPr lang="ru-RU" sz="31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12" name="CustomShape 12"/>
          <p:cNvSpPr/>
          <p:nvPr/>
        </p:nvSpPr>
        <p:spPr>
          <a:xfrm>
            <a:off x="9006840" y="3045600"/>
            <a:ext cx="2000520" cy="251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584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156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На внешнем рынке</a:t>
            </a:r>
            <a:endParaRPr lang="ru-RU" sz="15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13" name="CustomShape 13"/>
          <p:cNvSpPr/>
          <p:nvPr/>
        </p:nvSpPr>
        <p:spPr>
          <a:xfrm>
            <a:off x="612720" y="259560"/>
            <a:ext cx="5885280" cy="18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>
              <a:lnSpc>
                <a:spcPct val="100000"/>
              </a:lnSpc>
            </a:pPr>
            <a:r>
              <a:rPr lang="ru-RU" sz="1040" b="0" u="none" strike="noStrike" cap="all">
                <a:solidFill>
                  <a:srgbClr val="87929E"/>
                </a:solidFill>
                <a:effectLst/>
                <a:uFillTx/>
                <a:latin typeface="Arial"/>
                <a:ea typeface="DejaVu Sans"/>
              </a:rPr>
              <a:t>Что дальше?</a:t>
            </a:r>
            <a:endParaRPr lang="ru-RU" sz="104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14" name="CustomShape 14"/>
          <p:cNvSpPr/>
          <p:nvPr/>
        </p:nvSpPr>
        <p:spPr>
          <a:xfrm>
            <a:off x="612720" y="646200"/>
            <a:ext cx="10749600" cy="472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>
              <a:lnSpc>
                <a:spcPct val="100000"/>
              </a:lnSpc>
            </a:pPr>
            <a:r>
              <a:rPr lang="ru-RU" sz="2860" b="1" u="none" strike="noStrike">
                <a:solidFill>
                  <a:srgbClr val="243F90"/>
                </a:solidFill>
                <a:effectLst/>
                <a:uFillTx/>
                <a:latin typeface="Arial"/>
                <a:ea typeface="Arial"/>
              </a:rPr>
              <a:t>Материалы вебинара</a:t>
            </a:r>
            <a:endParaRPr lang="ru-RU" sz="28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15" name="CustomShape 15"/>
          <p:cNvSpPr/>
          <p:nvPr/>
        </p:nvSpPr>
        <p:spPr>
          <a:xfrm>
            <a:off x="600120" y="1308600"/>
            <a:ext cx="10749600" cy="289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45000" rIns="90000" bIns="45000" anchor="t">
            <a:noAutofit/>
          </a:bodyPr>
          <a:p>
            <a:pPr marL="234000" indent="-232560">
              <a:lnSpc>
                <a:spcPct val="100000"/>
              </a:lnSpc>
              <a:buClr>
                <a:srgbClr val="14B4C8"/>
              </a:buClr>
              <a:buFont typeface="Wingdings" charset="2"/>
              <a:buChar char=""/>
            </a:pPr>
            <a:r>
              <a:rPr lang="ru-RU" sz="2000" b="1" u="none" strike="noStrike">
                <a:solidFill>
                  <a:srgbClr val="14B4C8"/>
                </a:solidFill>
                <a:effectLst/>
                <a:uFillTx/>
                <a:latin typeface="Arial"/>
                <a:ea typeface="DejaVu Sans"/>
              </a:rPr>
              <a:t>Книги/статьи/блоги/прочее</a:t>
            </a:r>
            <a:r>
              <a:rPr lang="ru-RU" sz="2000" b="1" u="none" strike="noStrike">
                <a:solidFill>
                  <a:srgbClr val="424A52"/>
                </a:solidFill>
                <a:effectLst/>
                <a:uFillTx/>
                <a:latin typeface="Arial"/>
                <a:ea typeface="DejaVu Sans"/>
              </a:rPr>
              <a:t> </a:t>
            </a:r>
            <a:r>
              <a:rPr lang="ru-RU" sz="2000" b="1" u="none" strike="noStrike">
                <a:solidFill>
                  <a:srgbClr val="FF0000"/>
                </a:solidFill>
                <a:effectLst/>
                <a:uFillTx/>
                <a:latin typeface="Arial"/>
                <a:ea typeface="DejaVu Sans"/>
              </a:rPr>
              <a:t>(выберите нужное, остальное удалите)</a:t>
            </a:r>
            <a:endParaRPr lang="ru-R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16" name="CustomShape 16"/>
          <p:cNvSpPr/>
          <p:nvPr/>
        </p:nvSpPr>
        <p:spPr>
          <a:xfrm>
            <a:off x="597600" y="2027880"/>
            <a:ext cx="10749600" cy="14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45000" rIns="90000" bIns="45000" anchor="t">
            <a:noAutofit/>
          </a:bodyPr>
          <a:p>
            <a:pPr marL="343080" indent="-341640">
              <a:lnSpc>
                <a:spcPct val="150000"/>
              </a:lnSpc>
              <a:buClr>
                <a:srgbClr val="243F90"/>
              </a:buClr>
              <a:buFont typeface="Wingdings" charset="2"/>
              <a:buChar char=""/>
            </a:pPr>
            <a:r>
              <a:rPr lang="ru-RU" sz="2000" b="0" u="none" strike="noStrike">
                <a:solidFill>
                  <a:srgbClr val="424A52"/>
                </a:solidFill>
                <a:effectLst/>
                <a:uFillTx/>
                <a:latin typeface="Arial"/>
                <a:ea typeface="DejaVu Sans"/>
              </a:rPr>
              <a:t>Книга №1</a:t>
            </a:r>
            <a:endParaRPr lang="ru-R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1640">
              <a:lnSpc>
                <a:spcPct val="150000"/>
              </a:lnSpc>
              <a:buClr>
                <a:srgbClr val="243F90"/>
              </a:buClr>
              <a:buFont typeface="Wingdings" charset="2"/>
              <a:buChar char=""/>
            </a:pPr>
            <a:r>
              <a:rPr lang="ru-RU" sz="2000" b="0" u="none" strike="noStrike">
                <a:solidFill>
                  <a:srgbClr val="424A52"/>
                </a:solidFill>
                <a:effectLst/>
                <a:uFillTx/>
                <a:latin typeface="Arial"/>
                <a:ea typeface="DejaVu Sans"/>
              </a:rPr>
              <a:t>Книга №2</a:t>
            </a:r>
            <a:endParaRPr lang="ru-R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1640">
              <a:lnSpc>
                <a:spcPct val="100000"/>
              </a:lnSpc>
              <a:buClr>
                <a:srgbClr val="243F90"/>
              </a:buClr>
              <a:buFont typeface="Wingdings" charset="2"/>
              <a:buChar char=""/>
            </a:pPr>
            <a:r>
              <a:rPr lang="ru-RU" sz="1820" b="0" u="none" strike="noStrike">
                <a:solidFill>
                  <a:srgbClr val="424A52"/>
                </a:solidFill>
                <a:effectLst/>
                <a:uFillTx/>
                <a:latin typeface="Arial"/>
                <a:ea typeface="DejaVu Sans"/>
              </a:rPr>
              <a:t>…</a:t>
            </a:r>
            <a:endParaRPr lang="ru-RU" sz="18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7" name="CustomShape 45"/>
          <p:cNvSpPr/>
          <p:nvPr/>
        </p:nvSpPr>
        <p:spPr>
          <a:xfrm>
            <a:off x="6757560" y="2544480"/>
            <a:ext cx="1518480" cy="490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656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3120" b="1" u="none" spc="-20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2 000 г.</a:t>
            </a:r>
            <a:endParaRPr lang="ru-RU" sz="31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18" name="CustomShape 46"/>
          <p:cNvSpPr/>
          <p:nvPr/>
        </p:nvSpPr>
        <p:spPr>
          <a:xfrm>
            <a:off x="6757560" y="3038760"/>
            <a:ext cx="1879920" cy="251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584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156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Начало работы</a:t>
            </a:r>
            <a:endParaRPr lang="ru-RU" sz="15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19" name="CustomShape 47"/>
          <p:cNvSpPr/>
          <p:nvPr/>
        </p:nvSpPr>
        <p:spPr>
          <a:xfrm>
            <a:off x="6757560" y="3566880"/>
            <a:ext cx="1115640" cy="490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656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3120" b="1" u="none" spc="-20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300+</a:t>
            </a:r>
            <a:endParaRPr lang="ru-RU" sz="31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20" name="CustomShape 48"/>
          <p:cNvSpPr/>
          <p:nvPr/>
        </p:nvSpPr>
        <p:spPr>
          <a:xfrm>
            <a:off x="6757560" y="4061160"/>
            <a:ext cx="1879920" cy="504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584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156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Тренингов </a:t>
            </a:r>
            <a:endParaRPr lang="ru-RU" sz="15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560">
              <a:lnSpc>
                <a:spcPct val="100000"/>
              </a:lnSpc>
            </a:pPr>
            <a:r>
              <a:rPr lang="ru-RU" sz="156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и программ</a:t>
            </a:r>
            <a:endParaRPr lang="ru-RU" sz="15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21" name="CustomShape 49"/>
          <p:cNvSpPr/>
          <p:nvPr/>
        </p:nvSpPr>
        <p:spPr>
          <a:xfrm>
            <a:off x="6766200" y="4830120"/>
            <a:ext cx="1636920" cy="490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656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3120" b="1" u="none" spc="-20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60 000+</a:t>
            </a:r>
            <a:endParaRPr lang="ru-RU" sz="31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22" name="CustomShape 50"/>
          <p:cNvSpPr/>
          <p:nvPr/>
        </p:nvSpPr>
        <p:spPr>
          <a:xfrm>
            <a:off x="6766200" y="5277240"/>
            <a:ext cx="1694160" cy="48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584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156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Обученных специалистов</a:t>
            </a:r>
            <a:endParaRPr lang="ru-RU" sz="15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23" name="CustomShape 51"/>
          <p:cNvSpPr/>
          <p:nvPr/>
        </p:nvSpPr>
        <p:spPr>
          <a:xfrm>
            <a:off x="8996760" y="4812480"/>
            <a:ext cx="1636920" cy="490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656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3120" b="1" u="none" spc="-20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1 000+</a:t>
            </a:r>
            <a:endParaRPr lang="ru-RU" sz="31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24" name="CustomShape 52"/>
          <p:cNvSpPr/>
          <p:nvPr/>
        </p:nvSpPr>
        <p:spPr>
          <a:xfrm>
            <a:off x="8996760" y="5301720"/>
            <a:ext cx="2224800" cy="504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584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156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Корпоративных </a:t>
            </a:r>
            <a:endParaRPr lang="ru-RU" sz="15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560">
              <a:lnSpc>
                <a:spcPct val="100000"/>
              </a:lnSpc>
            </a:pPr>
            <a:r>
              <a:rPr lang="ru-RU" sz="156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клиентов</a:t>
            </a:r>
            <a:endParaRPr lang="ru-RU" sz="15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25" name="CustomShape 53"/>
          <p:cNvSpPr/>
          <p:nvPr/>
        </p:nvSpPr>
        <p:spPr>
          <a:xfrm>
            <a:off x="8992080" y="3563280"/>
            <a:ext cx="1115640" cy="490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656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3120" b="1" u="none" spc="-20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250+</a:t>
            </a:r>
            <a:endParaRPr lang="ru-RU" sz="31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26" name="CustomShape 54"/>
          <p:cNvSpPr/>
          <p:nvPr/>
        </p:nvSpPr>
        <p:spPr>
          <a:xfrm>
            <a:off x="8992080" y="4057560"/>
            <a:ext cx="2224800" cy="251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584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156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Экспертов-практиков</a:t>
            </a:r>
            <a:endParaRPr lang="ru-RU" sz="15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27" name="CustomShape 55"/>
          <p:cNvSpPr/>
          <p:nvPr/>
        </p:nvSpPr>
        <p:spPr>
          <a:xfrm>
            <a:off x="9006840" y="2551320"/>
            <a:ext cx="1636920" cy="490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656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3120" b="1" u="none" spc="-20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15 лет+</a:t>
            </a:r>
            <a:endParaRPr lang="ru-RU" sz="31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28" name="CustomShape 56"/>
          <p:cNvSpPr/>
          <p:nvPr/>
        </p:nvSpPr>
        <p:spPr>
          <a:xfrm>
            <a:off x="9006840" y="3045600"/>
            <a:ext cx="2000520" cy="251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584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156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На внешнем рынке</a:t>
            </a:r>
            <a:endParaRPr lang="ru-RU" sz="15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29" name="CustomShape 57"/>
          <p:cNvSpPr/>
          <p:nvPr/>
        </p:nvSpPr>
        <p:spPr>
          <a:xfrm>
            <a:off x="612720" y="259560"/>
            <a:ext cx="5885280" cy="18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>
              <a:lnSpc>
                <a:spcPct val="100000"/>
              </a:lnSpc>
            </a:pPr>
            <a:r>
              <a:rPr lang="ru-RU" sz="1040" b="0" u="none" strike="noStrike" cap="all">
                <a:solidFill>
                  <a:srgbClr val="87929E"/>
                </a:solidFill>
                <a:effectLst/>
                <a:uFillTx/>
                <a:latin typeface="Arial"/>
                <a:ea typeface="DejaVu Sans"/>
              </a:rPr>
              <a:t>Что дальше?</a:t>
            </a:r>
            <a:endParaRPr lang="ru-RU" sz="104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30" name="CustomShape 58"/>
          <p:cNvSpPr/>
          <p:nvPr/>
        </p:nvSpPr>
        <p:spPr>
          <a:xfrm>
            <a:off x="612720" y="646200"/>
            <a:ext cx="10749600" cy="472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>
              <a:lnSpc>
                <a:spcPct val="100000"/>
              </a:lnSpc>
            </a:pPr>
            <a:r>
              <a:rPr lang="ru-RU" sz="2860" b="1" u="none" strike="noStrike">
                <a:solidFill>
                  <a:srgbClr val="243F90"/>
                </a:solidFill>
                <a:effectLst/>
                <a:uFillTx/>
                <a:latin typeface="Arial"/>
                <a:ea typeface="Arial"/>
              </a:rPr>
              <a:t>Материалы для самостоятельного изучения</a:t>
            </a:r>
            <a:endParaRPr lang="ru-RU" sz="28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31" name="CustomShape 59"/>
          <p:cNvSpPr/>
          <p:nvPr/>
        </p:nvSpPr>
        <p:spPr>
          <a:xfrm>
            <a:off x="600120" y="1308600"/>
            <a:ext cx="10749600" cy="289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45000" rIns="90000" bIns="45000" anchor="t">
            <a:noAutofit/>
          </a:bodyPr>
          <a:p>
            <a:pPr marL="234000" indent="-232560">
              <a:lnSpc>
                <a:spcPct val="100000"/>
              </a:lnSpc>
              <a:buClr>
                <a:srgbClr val="14B4C8"/>
              </a:buClr>
              <a:buFont typeface="Wingdings" charset="2"/>
              <a:buChar char=""/>
            </a:pPr>
            <a:r>
              <a:rPr lang="ru-RU" sz="2000" b="1" u="none" strike="noStrike">
                <a:solidFill>
                  <a:srgbClr val="14B4C8"/>
                </a:solidFill>
                <a:effectLst/>
                <a:uFillTx/>
                <a:latin typeface="Arial"/>
                <a:ea typeface="DejaVu Sans"/>
              </a:rPr>
              <a:t>Книги/статьи/блоги/прочее</a:t>
            </a:r>
            <a:r>
              <a:rPr lang="ru-RU" sz="2000" b="1" u="none" strike="noStrike">
                <a:solidFill>
                  <a:srgbClr val="424A52"/>
                </a:solidFill>
                <a:effectLst/>
                <a:uFillTx/>
                <a:latin typeface="Arial"/>
                <a:ea typeface="DejaVu Sans"/>
              </a:rPr>
              <a:t> </a:t>
            </a:r>
            <a:r>
              <a:rPr lang="ru-RU" sz="2000" b="1" u="none" strike="noStrike">
                <a:solidFill>
                  <a:srgbClr val="FF0000"/>
                </a:solidFill>
                <a:effectLst/>
                <a:uFillTx/>
                <a:latin typeface="Arial"/>
                <a:ea typeface="DejaVu Sans"/>
              </a:rPr>
              <a:t>(выберите нужное, остальное удалите)</a:t>
            </a:r>
            <a:endParaRPr lang="ru-R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32" name="CustomShape 89"/>
          <p:cNvSpPr/>
          <p:nvPr/>
        </p:nvSpPr>
        <p:spPr>
          <a:xfrm>
            <a:off x="597600" y="2027880"/>
            <a:ext cx="10749600" cy="14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45000" rIns="90000" bIns="45000" anchor="t">
            <a:noAutofit/>
          </a:bodyPr>
          <a:p>
            <a:pPr marL="343080" indent="-341640">
              <a:lnSpc>
                <a:spcPct val="150000"/>
              </a:lnSpc>
              <a:buClr>
                <a:srgbClr val="243F90"/>
              </a:buClr>
              <a:buFont typeface="Wingdings" charset="2"/>
              <a:buChar char=""/>
            </a:pPr>
            <a:r>
              <a:rPr lang="ru-RU" sz="2000" b="0" u="none" strike="noStrike">
                <a:solidFill>
                  <a:srgbClr val="424A52"/>
                </a:solidFill>
                <a:effectLst/>
                <a:uFillTx/>
                <a:latin typeface="Arial"/>
                <a:ea typeface="DejaVu Sans"/>
              </a:rPr>
              <a:t>Книга №1</a:t>
            </a:r>
            <a:endParaRPr lang="ru-R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1640">
              <a:lnSpc>
                <a:spcPct val="150000"/>
              </a:lnSpc>
              <a:buClr>
                <a:srgbClr val="243F90"/>
              </a:buClr>
              <a:buFont typeface="Wingdings" charset="2"/>
              <a:buChar char=""/>
            </a:pPr>
            <a:r>
              <a:rPr lang="ru-RU" sz="2000" b="0" u="none" strike="noStrike">
                <a:solidFill>
                  <a:srgbClr val="424A52"/>
                </a:solidFill>
                <a:effectLst/>
                <a:uFillTx/>
                <a:latin typeface="Arial"/>
                <a:ea typeface="DejaVu Sans"/>
              </a:rPr>
              <a:t>Книга №2</a:t>
            </a:r>
            <a:endParaRPr lang="ru-R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1640">
              <a:lnSpc>
                <a:spcPct val="100000"/>
              </a:lnSpc>
              <a:buClr>
                <a:srgbClr val="243F90"/>
              </a:buClr>
              <a:buFont typeface="Wingdings" charset="2"/>
              <a:buChar char=""/>
            </a:pPr>
            <a:r>
              <a:rPr lang="ru-RU" sz="1820" b="0" u="none" strike="noStrike">
                <a:solidFill>
                  <a:srgbClr val="424A52"/>
                </a:solidFill>
                <a:effectLst/>
                <a:uFillTx/>
                <a:latin typeface="Arial"/>
                <a:ea typeface="DejaVu Sans"/>
              </a:rPr>
              <a:t>…</a:t>
            </a:r>
            <a:endParaRPr lang="ru-RU" sz="18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3" name="CustomShape 1"/>
          <p:cNvSpPr/>
          <p:nvPr/>
        </p:nvSpPr>
        <p:spPr>
          <a:xfrm>
            <a:off x="599040" y="2178360"/>
            <a:ext cx="7850880" cy="1139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>
              <a:lnSpc>
                <a:spcPct val="110000"/>
              </a:lnSpc>
            </a:pPr>
            <a:r>
              <a:rPr lang="ru-RU" sz="3640" b="1" u="none" strike="noStrike" cap="all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Вопросы?</a:t>
            </a:r>
            <a:endParaRPr lang="ru-RU" sz="364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4" name="CustomShape 2"/>
          <p:cNvSpPr/>
          <p:nvPr/>
        </p:nvSpPr>
        <p:spPr>
          <a:xfrm>
            <a:off x="599040" y="2178360"/>
            <a:ext cx="9343080" cy="654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>
              <a:lnSpc>
                <a:spcPct val="110000"/>
              </a:lnSpc>
            </a:pPr>
            <a:r>
              <a:rPr lang="ru-RU" sz="3640" b="1" u="none" strike="noStrike" cap="all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Пожалуйста, оставьте свой отзыв</a:t>
            </a:r>
            <a:endParaRPr lang="ru-RU" sz="364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35" name="CustomShape 3"/>
          <p:cNvSpPr/>
          <p:nvPr/>
        </p:nvSpPr>
        <p:spPr>
          <a:xfrm>
            <a:off x="583200" y="2925360"/>
            <a:ext cx="6042600" cy="568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0" rIns="0" bIns="0" anchor="t">
            <a:noAutofit/>
          </a:bodyPr>
          <a:p>
            <a:pPr>
              <a:lnSpc>
                <a:spcPct val="100000"/>
              </a:lnSpc>
            </a:pPr>
            <a:r>
              <a:rPr lang="ru-RU" sz="240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Ваше мнение очень важно для нас</a:t>
            </a:r>
            <a:endParaRPr lang="ru-RU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6" name="CustomShape 1"/>
          <p:cNvSpPr/>
          <p:nvPr/>
        </p:nvSpPr>
        <p:spPr>
          <a:xfrm>
            <a:off x="327240" y="723240"/>
            <a:ext cx="7850880" cy="1112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>
              <a:lnSpc>
                <a:spcPct val="110000"/>
              </a:lnSpc>
            </a:pPr>
            <a:r>
              <a:rPr lang="ru-RU" sz="3640" b="1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ОФИЦИАЛЬНЫЕ РЕСУРСЫ</a:t>
            </a:r>
            <a:endParaRPr lang="ru-RU" sz="364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37" name="CustomShape 2"/>
          <p:cNvSpPr/>
          <p:nvPr/>
        </p:nvSpPr>
        <p:spPr>
          <a:xfrm>
            <a:off x="327240" y="4712400"/>
            <a:ext cx="729324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>
              <a:lnSpc>
                <a:spcPct val="100000"/>
              </a:lnSpc>
            </a:pPr>
            <a:r>
              <a:rPr lang="ru-RU" sz="1820" b="0" u="none" strike="noStrike">
                <a:solidFill>
                  <a:srgbClr val="F2F2F2"/>
                </a:solidFill>
                <a:effectLst/>
                <a:uFillTx/>
                <a:latin typeface="Arial"/>
                <a:ea typeface="Arial"/>
              </a:rPr>
              <a:t>Учитесь у </a:t>
            </a:r>
            <a:r>
              <a:rPr lang="ru-RU" sz="1820" b="0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профессионалов – выбирайте </a:t>
            </a:r>
            <a:r>
              <a:rPr lang="ru-RU" sz="1820" b="0" u="none" strike="noStrike">
                <a:solidFill>
                  <a:srgbClr val="F2F2F2"/>
                </a:solidFill>
                <a:effectLst/>
                <a:uFillTx/>
                <a:latin typeface="Arial"/>
                <a:ea typeface="Arial"/>
              </a:rPr>
              <a:t>IBS!</a:t>
            </a:r>
            <a:endParaRPr lang="ru-RU" sz="18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838" name="Рисунок 2"/>
          <p:cNvPicPr/>
          <p:nvPr/>
        </p:nvPicPr>
        <p:blipFill>
          <a:blip r:embed="rId1"/>
          <a:stretch/>
        </p:blipFill>
        <p:spPr>
          <a:xfrm>
            <a:off x="444240" y="2251080"/>
            <a:ext cx="2257200" cy="22572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839" name="CustomShape 3"/>
          <p:cNvSpPr/>
          <p:nvPr/>
        </p:nvSpPr>
        <p:spPr>
          <a:xfrm>
            <a:off x="3133440" y="2542320"/>
            <a:ext cx="3855960" cy="1197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>
              <a:lnSpc>
                <a:spcPct val="150000"/>
              </a:lnSpc>
            </a:pPr>
            <a:r>
              <a:rPr lang="ru-RU" sz="182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Оставьте вашу обратную связь. Вы поможете нам разрабатывать лучшее обучение для вас! </a:t>
            </a:r>
            <a:endParaRPr lang="ru-RU" sz="18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shade val="51000"/>
              </a:schemeClr>
            </a:gs>
            <a:gs pos="80000">
              <a:schemeClr val="phClr">
                <a:shade val="93000"/>
              </a:schemeClr>
            </a:gs>
            <a:gs pos="100000">
              <a:schemeClr val="phClr">
                <a:shade val="94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shade val="51000"/>
              </a:schemeClr>
            </a:gs>
            <a:gs pos="80000">
              <a:schemeClr val="phClr">
                <a:shade val="93000"/>
              </a:schemeClr>
            </a:gs>
            <a:gs pos="100000">
              <a:schemeClr val="phClr">
                <a:shade val="94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3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shade val="51000"/>
              </a:schemeClr>
            </a:gs>
            <a:gs pos="80000">
              <a:schemeClr val="phClr">
                <a:shade val="93000"/>
              </a:schemeClr>
            </a:gs>
            <a:gs pos="100000">
              <a:schemeClr val="phClr">
                <a:shade val="94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4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shade val="51000"/>
              </a:schemeClr>
            </a:gs>
            <a:gs pos="80000">
              <a:schemeClr val="phClr">
                <a:shade val="93000"/>
              </a:schemeClr>
            </a:gs>
            <a:gs pos="100000">
              <a:schemeClr val="phClr">
                <a:shade val="94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5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shade val="51000"/>
              </a:schemeClr>
            </a:gs>
            <a:gs pos="80000">
              <a:schemeClr val="phClr">
                <a:shade val="93000"/>
              </a:schemeClr>
            </a:gs>
            <a:gs pos="100000">
              <a:schemeClr val="phClr">
                <a:shade val="94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6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shade val="51000"/>
              </a:schemeClr>
            </a:gs>
            <a:gs pos="80000">
              <a:schemeClr val="phClr">
                <a:shade val="93000"/>
              </a:schemeClr>
            </a:gs>
            <a:gs pos="100000">
              <a:schemeClr val="phClr">
                <a:shade val="94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30517</TotalTime>
  <Application>LibreOffice/26.2.4.2$Windows_X86_64 LibreOffice_project/0229ac93fcf0d7cbc6376066c6f35021cef002dc</Application>
  <AppVersion>15.0000</AppVersion>
  <Words>1035</Words>
  <Paragraphs>213</Paragraph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>Селиверстова Алёна Евгеньевна</dc:creator>
  <dc:description/>
  <dc:language>ru-RU</dc:language>
  <cp:lastModifiedBy/>
  <cp:lastPrinted>2017-08-15T06:16:03Z</cp:lastPrinted>
  <dcterms:modified xsi:type="dcterms:W3CDTF">2026-06-29T15:12:09Z</dcterms:modified>
  <cp:revision>1801</cp:revision>
  <dc:subject/>
  <dc:title>Презентация PowerPoint</dc:titl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HiddenSlides">
    <vt:i4>0</vt:i4>
  </property>
  <property fmtid="{D5CDD505-2E9C-101B-9397-08002B2CF9AE}" pid="3" name="HyperlinksChanged">
    <vt:bool>0</vt:bool>
  </property>
  <property fmtid="{D5CDD505-2E9C-101B-9397-08002B2CF9AE}" pid="4" name="LinksUpToDate">
    <vt:bool>0</vt:bool>
  </property>
  <property fmtid="{D5CDD505-2E9C-101B-9397-08002B2CF9AE}" pid="5" name="MMClips">
    <vt:i4>0</vt:i4>
  </property>
  <property fmtid="{D5CDD505-2E9C-101B-9397-08002B2CF9AE}" pid="6" name="Notes">
    <vt:i4>0</vt:i4>
  </property>
  <property fmtid="{D5CDD505-2E9C-101B-9397-08002B2CF9AE}" pid="7" name="PresentationFormat">
    <vt:lpwstr>Произвольный</vt:lpwstr>
  </property>
  <property fmtid="{D5CDD505-2E9C-101B-9397-08002B2CF9AE}" pid="8" name="ScaleCrop">
    <vt:bool>0</vt:bool>
  </property>
  <property fmtid="{D5CDD505-2E9C-101B-9397-08002B2CF9AE}" pid="9" name="ShareDoc">
    <vt:bool>0</vt:bool>
  </property>
  <property fmtid="{D5CDD505-2E9C-101B-9397-08002B2CF9AE}" pid="10" name="Slides">
    <vt:i4>14</vt:i4>
  </property>
</Properties>
</file>