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37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0.xml"/><Relationship Id="rId7" Type="http://schemas.openxmlformats.org/officeDocument/2006/relationships/slideMaster" Target="slideMasters/slideMaster6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9A92462-F82B-421A-8D42-F965697879C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511F628-8A2B-436E-B518-C89D85CFBE0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ACB5F91-5F65-4EB1-8ABA-C2E9AC87B61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93B1698-FB65-4B77-8B83-198A5F97A2E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D74E8D6-8BD5-44D5-BF75-A7179052DF3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80F21AD-84D9-4A4D-93F4-C10391D07E2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ACCAC2A-C793-4442-ABC5-78231A3ACEE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3F1FA8E-CFAF-4A47-99CF-1D5D4002DE7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9E8264F-FC36-4C9E-B48F-98BA32C67A8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C4F1A17-CEF3-43B5-827E-29D9B6CA15C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68A0DB4-FE4F-4AD4-B6E6-6CB6FA78F36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1D103D8-AE4B-4BB7-A029-FED96E8C70D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2EDD89E-B155-4D27-85A8-FE3B1B528F6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29AB4A0-740E-49C9-8797-19481EA5B41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C1670B0-A4BA-41E3-9D30-D1D312B2504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145301A-31FA-4B17-B083-DBCC9CE8056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C25A3B0-EB05-428F-917C-9D4E4A1493B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27DE1C8-F133-4025-86B8-45AEB6CB74F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400D78B-B4B3-4C47-914D-D7FBBFAAA23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0CEC498-8231-47DB-A5EE-A06D7BF0078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3108A5C-67F1-4942-92E1-C4C04F9CB0E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530D738-E280-4B3B-965A-A33B6703BA5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3C72F17-177F-4046-9ED9-3E1E34B89CA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B04390D-282E-44B8-B567-A6C73CB5AB5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A4461B5-17D8-4E1D-A4CA-E5167D6DF27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149BC79-602D-480F-A8DE-C24C6FCE4B9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764B927-2F6E-4EE5-BD10-B4DA9A7448A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0C8357C-70B3-4423-A0B3-D6B765FEB29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02F44CB-8876-44F6-84AE-3B1A130D3C7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4AC037F-922D-4007-BE9D-84CE776FC9C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BF4C02F-4A4E-4B26-B92E-D74CEE87FB5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4C4AB65-EFDA-4CA6-AA8F-5B21ECAF769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75EA82A-5B5A-400A-B28B-2F6BFB93938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CBAD0C-123E-4FAC-963C-20ADDA77544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2C80278-2BEA-46CD-A122-2E1FFA481D6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DA53E1A-0370-4801-A24F-9B6D8284EAD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E01B403-D4DC-4F90-8274-58C977988A2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FE3EA35-75AA-4DB5-ACAE-F4D5A5432B8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5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5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3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4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4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3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8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96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5640" cy="18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560" cy="538668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1360" cy="89820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1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720" cy="123480"/>
          </a:xfrm>
          <a:custGeom>
            <a:avLst/>
            <a:gdLst>
              <a:gd name="textAreaLeft" fmla="*/ 0 w 216720"/>
              <a:gd name="textAreaRight" fmla="*/ 217800 w 216720"/>
              <a:gd name="textAreaTop" fmla="*/ 0 h 123480"/>
              <a:gd name="textAreaBottom" fmla="*/ 124560 h 12348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8560" cy="55800"/>
          </a:xfrm>
          <a:custGeom>
            <a:avLst/>
            <a:gdLst>
              <a:gd name="textAreaLeft" fmla="*/ 0 w 178560"/>
              <a:gd name="textAreaRight" fmla="*/ 179640 w 178560"/>
              <a:gd name="textAreaTop" fmla="*/ 0 h 55800"/>
              <a:gd name="textAreaBottom" fmla="*/ 56880 h 5580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1080" cy="23616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440" cy="67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5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2520" cy="16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920" cy="594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3360" cy="64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800000" cy="68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900000" cy="65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5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564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440" cy="496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960" cy="59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960" cy="534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45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46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47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8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49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50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51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52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53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54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55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56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57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CustomShape 58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CustomShape 59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Это представление  https://github.com/kchvilyov/qrk_001_quarkus/blob/java_hello/%D0%9F%D0%BE%D1%87%D0%B5%D0%BC%D1%83%20Java-%D1%80%D0%B0%D0%B7%D1%80%D0%B0%D0%B1%D0%BE%D1%82%D1%87%D0%B8%D0%BA%D1%83%20%D1%81%D0%BB%D0%B5%D0%B4%D1%83%D0%B5%D1%82%20%D0%B1%D1%80%D0%B0%D1%82%D1%8C%20%D0%BD%D0%B0%20%D0%B2%D0%BE%D0%BE%D1%80%D1%83%D0%B6%D0%B5%D0%BD%D0%B8%D0%B5%20Quarkus%20%D0%9F%D1%80%D0%B5%D0%B7%D0%B5%D0%BD%D1%82%D0%B0%D1%86%D0%B8%D1%8F_%D1%81%D0%B5%D0%BC%D0%B8%D0%BD%D0%B0%D1%80_IBS.pptx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61000" y="99720"/>
            <a:ext cx="11439000" cy="6200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CustomShape 9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9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9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9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9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9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9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9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CustomShape 9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9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CustomShape 10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CustomShape 10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10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CustomShape 117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CustomShape 118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CustomShape 1"/>
          <p:cNvSpPr/>
          <p:nvPr/>
        </p:nvSpPr>
        <p:spPr>
          <a:xfrm>
            <a:off x="599040" y="217836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2"/>
          <p:cNvSpPr/>
          <p:nvPr/>
        </p:nvSpPr>
        <p:spPr>
          <a:xfrm>
            <a:off x="599040" y="2178360"/>
            <a:ext cx="93430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CustomShape 3"/>
          <p:cNvSpPr/>
          <p:nvPr/>
        </p:nvSpPr>
        <p:spPr>
          <a:xfrm>
            <a:off x="583200" y="2925360"/>
            <a:ext cx="60426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CustomShape 1"/>
          <p:cNvSpPr/>
          <p:nvPr/>
        </p:nvSpPr>
        <p:spPr>
          <a:xfrm>
            <a:off x="327240" y="723240"/>
            <a:ext cx="7850880" cy="11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CustomShape 2"/>
          <p:cNvSpPr/>
          <p:nvPr/>
        </p:nvSpPr>
        <p:spPr>
          <a:xfrm>
            <a:off x="327240" y="4712400"/>
            <a:ext cx="729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200" cy="22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CustomShape 3"/>
          <p:cNvSpPr/>
          <p:nvPr/>
        </p:nvSpPr>
        <p:spPr>
          <a:xfrm>
            <a:off x="3133440" y="2542320"/>
            <a:ext cx="38559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30580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2026-06-29T16:34:58Z</dcterms:modified>
  <cp:revision>1809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