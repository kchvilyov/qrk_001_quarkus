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61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media/image16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49.xml"/><Relationship Id="rId7" Type="http://schemas.openxmlformats.org/officeDocument/2006/relationships/slideMaster" Target="slideMasters/slideMaster6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41120" cy="204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CustomShape 2"/>
          <p:cNvSpPr/>
          <p:nvPr/>
        </p:nvSpPr>
        <p:spPr>
          <a:xfrm>
            <a:off x="0" y="474480"/>
            <a:ext cx="141120" cy="204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2"/>
          <p:cNvSpPr/>
          <p:nvPr/>
        </p:nvSpPr>
        <p:spPr>
          <a:xfrm>
            <a:off x="0" y="474480"/>
            <a:ext cx="141120" cy="204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CustomShape 2"/>
          <p:cNvSpPr/>
          <p:nvPr/>
        </p:nvSpPr>
        <p:spPr>
          <a:xfrm>
            <a:off x="0" y="474480"/>
            <a:ext cx="141120" cy="204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CustomShape 2"/>
          <p:cNvSpPr/>
          <p:nvPr/>
        </p:nvSpPr>
        <p:spPr>
          <a:xfrm>
            <a:off x="0" y="474480"/>
            <a:ext cx="141120" cy="204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CustomShape 2"/>
          <p:cNvSpPr/>
          <p:nvPr/>
        </p:nvSpPr>
        <p:spPr>
          <a:xfrm>
            <a:off x="0" y="474480"/>
            <a:ext cx="141120" cy="204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1240" cy="396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1240" cy="3966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CustomShape 2"/>
          <p:cNvSpPr/>
          <p:nvPr/>
        </p:nvSpPr>
        <p:spPr>
          <a:xfrm>
            <a:off x="0" y="474480"/>
            <a:ext cx="141120" cy="204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920" cy="114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920" cy="39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CustomShape 2"/>
          <p:cNvSpPr/>
          <p:nvPr/>
        </p:nvSpPr>
        <p:spPr>
          <a:xfrm>
            <a:off x="0" y="474480"/>
            <a:ext cx="141120" cy="204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CustomShape 2"/>
          <p:cNvSpPr/>
          <p:nvPr/>
        </p:nvSpPr>
        <p:spPr>
          <a:xfrm>
            <a:off x="0" y="474480"/>
            <a:ext cx="141120" cy="204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CustomShape 2"/>
          <p:cNvSpPr/>
          <p:nvPr/>
        </p:nvSpPr>
        <p:spPr>
          <a:xfrm>
            <a:off x="0" y="474480"/>
            <a:ext cx="141120" cy="204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CustomShape 2"/>
          <p:cNvSpPr/>
          <p:nvPr/>
        </p:nvSpPr>
        <p:spPr>
          <a:xfrm>
            <a:off x="0" y="474480"/>
            <a:ext cx="141120" cy="204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CustomShape 2"/>
          <p:cNvSpPr/>
          <p:nvPr/>
        </p:nvSpPr>
        <p:spPr>
          <a:xfrm>
            <a:off x="0" y="474480"/>
            <a:ext cx="141120" cy="204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549CD9F-F594-4ED5-92CA-4F81B3F7912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2607142-FF44-4E8A-8CDF-C06604BBC8D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6C53658-B7ED-4842-84E9-F643FF16CA3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90899D6-3154-4295-8FC3-9B9907395E0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4ECE13A-967D-479A-AE1B-7509049AE90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1240" cy="396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1240" cy="3966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901F173-CABF-40DA-A9BF-75FD4297C3E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920" cy="114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920" cy="39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70FA640-0835-40A4-82EC-797C4B5E2E6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E146CF0-1733-42FF-A776-5114C452A0D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880EDBD-B04F-4AE6-9A7D-CA7C1D93D31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0692D67-79AE-413C-90DE-CAB5BD0F490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D7A52C7-D9CB-42EC-8617-DB0F0A6C416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B802B43-BEC9-4EAC-81F5-CBFBA0B158CF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61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1920" cy="68533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AE86187-5F6D-4AC1-A861-A1D14828D3CB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61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CustomShape 1"/>
          <p:cNvSpPr/>
          <p:nvPr/>
        </p:nvSpPr>
        <p:spPr>
          <a:xfrm>
            <a:off x="6595560" y="0"/>
            <a:ext cx="5281920" cy="68533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CustomShape 2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ustomShape 3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D0CE380-1DC1-4F92-91E3-909081DA9650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61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CustomShape 1"/>
          <p:cNvSpPr/>
          <p:nvPr/>
        </p:nvSpPr>
        <p:spPr>
          <a:xfrm>
            <a:off x="6595560" y="0"/>
            <a:ext cx="5281920" cy="68533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ustomShape 2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CustomShape 3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6D1F6D5-3364-4A7C-86AE-DE4094E2B24B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61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CustomShape 1"/>
          <p:cNvSpPr/>
          <p:nvPr/>
        </p:nvSpPr>
        <p:spPr>
          <a:xfrm>
            <a:off x="6595560" y="0"/>
            <a:ext cx="5281920" cy="68533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CustomShape 3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50D33C2-B877-46F7-B48C-5EBFBDFD291D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61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CustomShape 1"/>
          <p:cNvSpPr/>
          <p:nvPr/>
        </p:nvSpPr>
        <p:spPr>
          <a:xfrm>
            <a:off x="6595560" y="0"/>
            <a:ext cx="5281920" cy="68533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CustomShape 3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3F6F343-0304-4172-A829-80F15A5B45AB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61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0" name="CustomShape 1"/>
          <p:cNvSpPr/>
          <p:nvPr/>
        </p:nvSpPr>
        <p:spPr>
          <a:xfrm>
            <a:off x="6595560" y="0"/>
            <a:ext cx="5281920" cy="68533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CustomShape 2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CustomShape 3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4A776C5-D4EB-4038-8E56-6A2B25ABBCF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1240" cy="396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1240" cy="3966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61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CustomShape 1"/>
          <p:cNvSpPr/>
          <p:nvPr/>
        </p:nvSpPr>
        <p:spPr>
          <a:xfrm>
            <a:off x="6595560" y="0"/>
            <a:ext cx="5281920" cy="68533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2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CustomShape 3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2371F33-E2E8-4BF8-A5D8-FFAA9099A1B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920" cy="114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920" cy="39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61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CustomShape 1"/>
          <p:cNvSpPr/>
          <p:nvPr/>
        </p:nvSpPr>
        <p:spPr>
          <a:xfrm>
            <a:off x="6595560" y="0"/>
            <a:ext cx="5281920" cy="68533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CustomShape 2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CustomShape 3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5663361-78A0-450B-8837-82D89D53EFB0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0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61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1"/>
          <p:cNvSpPr/>
          <p:nvPr/>
        </p:nvSpPr>
        <p:spPr>
          <a:xfrm>
            <a:off x="6595560" y="0"/>
            <a:ext cx="5281920" cy="68533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2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3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B7E7E30-2E1F-457D-BE58-34C52082E673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61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CustomShape 1"/>
          <p:cNvSpPr/>
          <p:nvPr/>
        </p:nvSpPr>
        <p:spPr>
          <a:xfrm>
            <a:off x="6595560" y="0"/>
            <a:ext cx="5281920" cy="68533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CustomShape 3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B4C2704-AA72-4BB5-99BF-35BAD7737EB4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61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CustomShape 1"/>
          <p:cNvSpPr/>
          <p:nvPr/>
        </p:nvSpPr>
        <p:spPr>
          <a:xfrm>
            <a:off x="6595560" y="0"/>
            <a:ext cx="5281920" cy="68533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CustomShape 2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CustomShape 3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8D4DE6E-A57A-4109-BB11-7607044F1748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61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CustomShape 1"/>
          <p:cNvSpPr/>
          <p:nvPr/>
        </p:nvSpPr>
        <p:spPr>
          <a:xfrm>
            <a:off x="6595560" y="0"/>
            <a:ext cx="5281920" cy="68533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CustomShape 2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CustomShape 3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CABE07D-2555-40AB-958D-038FC75C7676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7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840" cy="439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1FDF8C3-C746-43E8-9C32-F541A48745B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B465809-9836-4CAF-BEB1-69CFBCD1A88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2DEB5B8-4C24-4BA4-B8FA-44AA72A165D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07887D4-80C5-4B51-94F3-65B7BC8AC92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80D5DCF-4310-4589-9106-8AC0B7E18F8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2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1240" cy="396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3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1240" cy="3966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A33DA98-66F0-49AC-9A60-975AC002832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920" cy="114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920" cy="39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A318AC0-A852-415F-B15C-27C77452403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47E7B87-6781-4800-965D-D829A7E1D2A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77C9611-2CC5-4984-9949-F943AEDD7EA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289B880-13A1-43F7-80B5-F806D558003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7163618-7A4E-46ED-83D0-7C067C68664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CustomShape 1"/>
          <p:cNvSpPr/>
          <p:nvPr/>
        </p:nvSpPr>
        <p:spPr>
          <a:xfrm>
            <a:off x="0" y="233640"/>
            <a:ext cx="234720" cy="2401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CustomShape 2"/>
          <p:cNvSpPr/>
          <p:nvPr/>
        </p:nvSpPr>
        <p:spPr>
          <a:xfrm>
            <a:off x="11272680" y="6412320"/>
            <a:ext cx="590400" cy="2102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7B13D73-0069-4ECB-B24F-922E654CC50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84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8004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CustomShape 1"/>
          <p:cNvSpPr/>
          <p:nvPr/>
        </p:nvSpPr>
        <p:spPr>
          <a:xfrm>
            <a:off x="6706800" y="0"/>
            <a:ext cx="5170680" cy="68533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CustomShape 2"/>
          <p:cNvSpPr/>
          <p:nvPr/>
        </p:nvSpPr>
        <p:spPr>
          <a:xfrm>
            <a:off x="0" y="2273040"/>
            <a:ext cx="132840" cy="22017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8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8004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CustomShape 1"/>
          <p:cNvSpPr/>
          <p:nvPr/>
        </p:nvSpPr>
        <p:spPr>
          <a:xfrm>
            <a:off x="6706800" y="0"/>
            <a:ext cx="5170680" cy="68533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CustomShape 2"/>
          <p:cNvSpPr/>
          <p:nvPr/>
        </p:nvSpPr>
        <p:spPr>
          <a:xfrm>
            <a:off x="0" y="2273040"/>
            <a:ext cx="132840" cy="22017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8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8004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CustomShape 1"/>
          <p:cNvSpPr/>
          <p:nvPr/>
        </p:nvSpPr>
        <p:spPr>
          <a:xfrm>
            <a:off x="6706800" y="0"/>
            <a:ext cx="5170680" cy="68533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CustomShape 2"/>
          <p:cNvSpPr/>
          <p:nvPr/>
        </p:nvSpPr>
        <p:spPr>
          <a:xfrm>
            <a:off x="0" y="2273040"/>
            <a:ext cx="132840" cy="22017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8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8004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3" name="CustomShape 1"/>
          <p:cNvSpPr/>
          <p:nvPr/>
        </p:nvSpPr>
        <p:spPr>
          <a:xfrm>
            <a:off x="6706800" y="0"/>
            <a:ext cx="5170680" cy="68533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CustomShape 2"/>
          <p:cNvSpPr/>
          <p:nvPr/>
        </p:nvSpPr>
        <p:spPr>
          <a:xfrm>
            <a:off x="0" y="2273040"/>
            <a:ext cx="132840" cy="22017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8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9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8004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CustomShape 1"/>
          <p:cNvSpPr/>
          <p:nvPr/>
        </p:nvSpPr>
        <p:spPr>
          <a:xfrm>
            <a:off x="6706800" y="0"/>
            <a:ext cx="5170680" cy="68533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CustomShape 2"/>
          <p:cNvSpPr/>
          <p:nvPr/>
        </p:nvSpPr>
        <p:spPr>
          <a:xfrm>
            <a:off x="0" y="2273040"/>
            <a:ext cx="132840" cy="22017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2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8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8004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CustomShape 1"/>
          <p:cNvSpPr/>
          <p:nvPr/>
        </p:nvSpPr>
        <p:spPr>
          <a:xfrm>
            <a:off x="6706800" y="0"/>
            <a:ext cx="5170680" cy="68533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ustomShape 2"/>
          <p:cNvSpPr/>
          <p:nvPr/>
        </p:nvSpPr>
        <p:spPr>
          <a:xfrm>
            <a:off x="0" y="2273040"/>
            <a:ext cx="132840" cy="22017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8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5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1240" cy="396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6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1240" cy="3966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7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8004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8" name="CustomShape 1"/>
          <p:cNvSpPr/>
          <p:nvPr/>
        </p:nvSpPr>
        <p:spPr>
          <a:xfrm>
            <a:off x="6706800" y="0"/>
            <a:ext cx="5170680" cy="68533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CustomShape 2"/>
          <p:cNvSpPr/>
          <p:nvPr/>
        </p:nvSpPr>
        <p:spPr>
          <a:xfrm>
            <a:off x="0" y="2273040"/>
            <a:ext cx="132840" cy="22017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0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8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920" cy="114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920" cy="39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8004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CustomShape 1"/>
          <p:cNvSpPr/>
          <p:nvPr/>
        </p:nvSpPr>
        <p:spPr>
          <a:xfrm>
            <a:off x="6706800" y="0"/>
            <a:ext cx="5170680" cy="68533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CustomShape 2"/>
          <p:cNvSpPr/>
          <p:nvPr/>
        </p:nvSpPr>
        <p:spPr>
          <a:xfrm>
            <a:off x="0" y="2273040"/>
            <a:ext cx="132840" cy="22017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6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8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8004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9" name="CustomShape 1"/>
          <p:cNvSpPr/>
          <p:nvPr/>
        </p:nvSpPr>
        <p:spPr>
          <a:xfrm>
            <a:off x="6706800" y="0"/>
            <a:ext cx="5170680" cy="68533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CustomShape 2"/>
          <p:cNvSpPr/>
          <p:nvPr/>
        </p:nvSpPr>
        <p:spPr>
          <a:xfrm>
            <a:off x="0" y="2273040"/>
            <a:ext cx="132840" cy="22017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8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8004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5" name="CustomShape 1"/>
          <p:cNvSpPr/>
          <p:nvPr/>
        </p:nvSpPr>
        <p:spPr>
          <a:xfrm>
            <a:off x="6706800" y="0"/>
            <a:ext cx="5170680" cy="68533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CustomShape 2"/>
          <p:cNvSpPr/>
          <p:nvPr/>
        </p:nvSpPr>
        <p:spPr>
          <a:xfrm>
            <a:off x="0" y="2273040"/>
            <a:ext cx="132840" cy="22017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8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8004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2" name="CustomShape 1"/>
          <p:cNvSpPr/>
          <p:nvPr/>
        </p:nvSpPr>
        <p:spPr>
          <a:xfrm>
            <a:off x="6706800" y="0"/>
            <a:ext cx="5170680" cy="68533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CustomShape 2"/>
          <p:cNvSpPr/>
          <p:nvPr/>
        </p:nvSpPr>
        <p:spPr>
          <a:xfrm>
            <a:off x="0" y="2273040"/>
            <a:ext cx="132840" cy="22017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840" cy="2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8004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CustomShape 1"/>
          <p:cNvSpPr/>
          <p:nvPr/>
        </p:nvSpPr>
        <p:spPr>
          <a:xfrm>
            <a:off x="6706800" y="0"/>
            <a:ext cx="5170680" cy="68533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CustomShape 2"/>
          <p:cNvSpPr/>
          <p:nvPr/>
        </p:nvSpPr>
        <p:spPr>
          <a:xfrm>
            <a:off x="0" y="2273040"/>
            <a:ext cx="132840" cy="22017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840" cy="2822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1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CustomShape 2"/>
          <p:cNvSpPr/>
          <p:nvPr/>
        </p:nvSpPr>
        <p:spPr>
          <a:xfrm>
            <a:off x="0" y="607320"/>
            <a:ext cx="152280" cy="1178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CustomShape 3"/>
          <p:cNvSpPr/>
          <p:nvPr/>
        </p:nvSpPr>
        <p:spPr>
          <a:xfrm>
            <a:off x="3522600" y="6050160"/>
            <a:ext cx="166104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CustomShape 4"/>
          <p:cNvSpPr/>
          <p:nvPr/>
        </p:nvSpPr>
        <p:spPr>
          <a:xfrm>
            <a:off x="6052320" y="605016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CustomShape 5"/>
          <p:cNvSpPr/>
          <p:nvPr/>
        </p:nvSpPr>
        <p:spPr>
          <a:xfrm>
            <a:off x="5714640" y="6022440"/>
            <a:ext cx="2322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960" cy="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8" name="CustomShape 6"/>
          <p:cNvSpPr/>
          <p:nvPr/>
        </p:nvSpPr>
        <p:spPr>
          <a:xfrm>
            <a:off x="348804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CustomShape 7"/>
          <p:cNvSpPr/>
          <p:nvPr/>
        </p:nvSpPr>
        <p:spPr>
          <a:xfrm>
            <a:off x="605232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CustomShape 8"/>
          <p:cNvSpPr/>
          <p:nvPr/>
        </p:nvSpPr>
        <p:spPr>
          <a:xfrm>
            <a:off x="5719320" y="6319080"/>
            <a:ext cx="2376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8040" cy="1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7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CustomShape 2"/>
          <p:cNvSpPr/>
          <p:nvPr/>
        </p:nvSpPr>
        <p:spPr>
          <a:xfrm>
            <a:off x="0" y="607320"/>
            <a:ext cx="152280" cy="1178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0" name="CustomShape 3"/>
          <p:cNvSpPr/>
          <p:nvPr/>
        </p:nvSpPr>
        <p:spPr>
          <a:xfrm>
            <a:off x="3522600" y="6050160"/>
            <a:ext cx="166104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CustomShape 4"/>
          <p:cNvSpPr/>
          <p:nvPr/>
        </p:nvSpPr>
        <p:spPr>
          <a:xfrm>
            <a:off x="6052320" y="605016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CustomShape 5"/>
          <p:cNvSpPr/>
          <p:nvPr/>
        </p:nvSpPr>
        <p:spPr>
          <a:xfrm>
            <a:off x="5714640" y="6022440"/>
            <a:ext cx="2322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960" cy="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CustomShape 6"/>
          <p:cNvSpPr/>
          <p:nvPr/>
        </p:nvSpPr>
        <p:spPr>
          <a:xfrm>
            <a:off x="348804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CustomShape 7"/>
          <p:cNvSpPr/>
          <p:nvPr/>
        </p:nvSpPr>
        <p:spPr>
          <a:xfrm>
            <a:off x="605232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CustomShape 8"/>
          <p:cNvSpPr/>
          <p:nvPr/>
        </p:nvSpPr>
        <p:spPr>
          <a:xfrm>
            <a:off x="5719320" y="6319080"/>
            <a:ext cx="2376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8040" cy="1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4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CustomShape 2"/>
          <p:cNvSpPr/>
          <p:nvPr/>
        </p:nvSpPr>
        <p:spPr>
          <a:xfrm>
            <a:off x="0" y="607320"/>
            <a:ext cx="152280" cy="1178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CustomShape 3"/>
          <p:cNvSpPr/>
          <p:nvPr/>
        </p:nvSpPr>
        <p:spPr>
          <a:xfrm>
            <a:off x="3522600" y="6050160"/>
            <a:ext cx="166104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CustomShape 4"/>
          <p:cNvSpPr/>
          <p:nvPr/>
        </p:nvSpPr>
        <p:spPr>
          <a:xfrm>
            <a:off x="6052320" y="605016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CustomShape 5"/>
          <p:cNvSpPr/>
          <p:nvPr/>
        </p:nvSpPr>
        <p:spPr>
          <a:xfrm>
            <a:off x="5714640" y="6022440"/>
            <a:ext cx="2322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960" cy="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1" name="CustomShape 6"/>
          <p:cNvSpPr/>
          <p:nvPr/>
        </p:nvSpPr>
        <p:spPr>
          <a:xfrm>
            <a:off x="348804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CustomShape 7"/>
          <p:cNvSpPr/>
          <p:nvPr/>
        </p:nvSpPr>
        <p:spPr>
          <a:xfrm>
            <a:off x="605232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CustomShape 8"/>
          <p:cNvSpPr/>
          <p:nvPr/>
        </p:nvSpPr>
        <p:spPr>
          <a:xfrm>
            <a:off x="5719320" y="6319080"/>
            <a:ext cx="2376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8040" cy="1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CustomShape 2"/>
          <p:cNvSpPr/>
          <p:nvPr/>
        </p:nvSpPr>
        <p:spPr>
          <a:xfrm>
            <a:off x="0" y="607320"/>
            <a:ext cx="152280" cy="1178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2" name="CustomShape 3"/>
          <p:cNvSpPr/>
          <p:nvPr/>
        </p:nvSpPr>
        <p:spPr>
          <a:xfrm>
            <a:off x="3522600" y="6050160"/>
            <a:ext cx="166104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CustomShape 4"/>
          <p:cNvSpPr/>
          <p:nvPr/>
        </p:nvSpPr>
        <p:spPr>
          <a:xfrm>
            <a:off x="6052320" y="605016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CustomShape 5"/>
          <p:cNvSpPr/>
          <p:nvPr/>
        </p:nvSpPr>
        <p:spPr>
          <a:xfrm>
            <a:off x="5714640" y="6022440"/>
            <a:ext cx="2322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960" cy="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CustomShape 6"/>
          <p:cNvSpPr/>
          <p:nvPr/>
        </p:nvSpPr>
        <p:spPr>
          <a:xfrm>
            <a:off x="348804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CustomShape 7"/>
          <p:cNvSpPr/>
          <p:nvPr/>
        </p:nvSpPr>
        <p:spPr>
          <a:xfrm>
            <a:off x="605232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CustomShape 8"/>
          <p:cNvSpPr/>
          <p:nvPr/>
        </p:nvSpPr>
        <p:spPr>
          <a:xfrm>
            <a:off x="5719320" y="6319080"/>
            <a:ext cx="2376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8040" cy="1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2200" cy="2376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CustomShape 2"/>
          <p:cNvSpPr/>
          <p:nvPr/>
        </p:nvSpPr>
        <p:spPr>
          <a:xfrm>
            <a:off x="0" y="607320"/>
            <a:ext cx="152280" cy="1178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5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CustomShape 3"/>
          <p:cNvSpPr/>
          <p:nvPr/>
        </p:nvSpPr>
        <p:spPr>
          <a:xfrm>
            <a:off x="3522600" y="6050160"/>
            <a:ext cx="166104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CustomShape 4"/>
          <p:cNvSpPr/>
          <p:nvPr/>
        </p:nvSpPr>
        <p:spPr>
          <a:xfrm>
            <a:off x="6052320" y="605016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5"/>
          <p:cNvSpPr/>
          <p:nvPr/>
        </p:nvSpPr>
        <p:spPr>
          <a:xfrm>
            <a:off x="5714640" y="6022440"/>
            <a:ext cx="2322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9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960" cy="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0" name="CustomShape 6"/>
          <p:cNvSpPr/>
          <p:nvPr/>
        </p:nvSpPr>
        <p:spPr>
          <a:xfrm>
            <a:off x="348804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CustomShape 7"/>
          <p:cNvSpPr/>
          <p:nvPr/>
        </p:nvSpPr>
        <p:spPr>
          <a:xfrm>
            <a:off x="605232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CustomShape 8"/>
          <p:cNvSpPr/>
          <p:nvPr/>
        </p:nvSpPr>
        <p:spPr>
          <a:xfrm>
            <a:off x="5719320" y="6319080"/>
            <a:ext cx="2376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3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8040" cy="1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4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5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1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2"/>
          <p:cNvSpPr/>
          <p:nvPr/>
        </p:nvSpPr>
        <p:spPr>
          <a:xfrm>
            <a:off x="0" y="607320"/>
            <a:ext cx="152280" cy="1178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CustomShape 3"/>
          <p:cNvSpPr/>
          <p:nvPr/>
        </p:nvSpPr>
        <p:spPr>
          <a:xfrm>
            <a:off x="3522600" y="6050160"/>
            <a:ext cx="166104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CustomShape 4"/>
          <p:cNvSpPr/>
          <p:nvPr/>
        </p:nvSpPr>
        <p:spPr>
          <a:xfrm>
            <a:off x="6052320" y="605016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CustomShape 5"/>
          <p:cNvSpPr/>
          <p:nvPr/>
        </p:nvSpPr>
        <p:spPr>
          <a:xfrm>
            <a:off x="5714640" y="6022440"/>
            <a:ext cx="2322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960" cy="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8" name="CustomShape 6"/>
          <p:cNvSpPr/>
          <p:nvPr/>
        </p:nvSpPr>
        <p:spPr>
          <a:xfrm>
            <a:off x="348804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CustomShape 7"/>
          <p:cNvSpPr/>
          <p:nvPr/>
        </p:nvSpPr>
        <p:spPr>
          <a:xfrm>
            <a:off x="605232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CustomShape 8"/>
          <p:cNvSpPr/>
          <p:nvPr/>
        </p:nvSpPr>
        <p:spPr>
          <a:xfrm>
            <a:off x="5719320" y="6319080"/>
            <a:ext cx="2376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8040" cy="1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CustomShape 2"/>
          <p:cNvSpPr/>
          <p:nvPr/>
        </p:nvSpPr>
        <p:spPr>
          <a:xfrm>
            <a:off x="0" y="607320"/>
            <a:ext cx="152280" cy="1178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CustomShape 3"/>
          <p:cNvSpPr/>
          <p:nvPr/>
        </p:nvSpPr>
        <p:spPr>
          <a:xfrm>
            <a:off x="3522600" y="6050160"/>
            <a:ext cx="166104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CustomShape 4"/>
          <p:cNvSpPr/>
          <p:nvPr/>
        </p:nvSpPr>
        <p:spPr>
          <a:xfrm>
            <a:off x="6052320" y="605016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CustomShape 5"/>
          <p:cNvSpPr/>
          <p:nvPr/>
        </p:nvSpPr>
        <p:spPr>
          <a:xfrm>
            <a:off x="5714640" y="6022440"/>
            <a:ext cx="2322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960" cy="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6" name="CustomShape 6"/>
          <p:cNvSpPr/>
          <p:nvPr/>
        </p:nvSpPr>
        <p:spPr>
          <a:xfrm>
            <a:off x="348804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CustomShape 7"/>
          <p:cNvSpPr/>
          <p:nvPr/>
        </p:nvSpPr>
        <p:spPr>
          <a:xfrm>
            <a:off x="605232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CustomShape 8"/>
          <p:cNvSpPr/>
          <p:nvPr/>
        </p:nvSpPr>
        <p:spPr>
          <a:xfrm>
            <a:off x="5719320" y="6319080"/>
            <a:ext cx="2376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8040" cy="1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7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CustomShape 2"/>
          <p:cNvSpPr/>
          <p:nvPr/>
        </p:nvSpPr>
        <p:spPr>
          <a:xfrm>
            <a:off x="0" y="607320"/>
            <a:ext cx="152280" cy="1178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0" name="CustomShape 3"/>
          <p:cNvSpPr/>
          <p:nvPr/>
        </p:nvSpPr>
        <p:spPr>
          <a:xfrm>
            <a:off x="3522600" y="6050160"/>
            <a:ext cx="166104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CustomShape 4"/>
          <p:cNvSpPr/>
          <p:nvPr/>
        </p:nvSpPr>
        <p:spPr>
          <a:xfrm>
            <a:off x="6052320" y="605016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CustomShape 5"/>
          <p:cNvSpPr/>
          <p:nvPr/>
        </p:nvSpPr>
        <p:spPr>
          <a:xfrm>
            <a:off x="5714640" y="6022440"/>
            <a:ext cx="2322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960" cy="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4" name="CustomShape 6"/>
          <p:cNvSpPr/>
          <p:nvPr/>
        </p:nvSpPr>
        <p:spPr>
          <a:xfrm>
            <a:off x="348804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CustomShape 7"/>
          <p:cNvSpPr/>
          <p:nvPr/>
        </p:nvSpPr>
        <p:spPr>
          <a:xfrm>
            <a:off x="605232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CustomShape 8"/>
          <p:cNvSpPr/>
          <p:nvPr/>
        </p:nvSpPr>
        <p:spPr>
          <a:xfrm>
            <a:off x="5719320" y="6319080"/>
            <a:ext cx="2376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8040" cy="1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905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4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CustomShape 2"/>
          <p:cNvSpPr/>
          <p:nvPr/>
        </p:nvSpPr>
        <p:spPr>
          <a:xfrm>
            <a:off x="0" y="607320"/>
            <a:ext cx="152280" cy="1178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7" name="CustomShape 3"/>
          <p:cNvSpPr/>
          <p:nvPr/>
        </p:nvSpPr>
        <p:spPr>
          <a:xfrm>
            <a:off x="3522600" y="6050160"/>
            <a:ext cx="166104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CustomShape 4"/>
          <p:cNvSpPr/>
          <p:nvPr/>
        </p:nvSpPr>
        <p:spPr>
          <a:xfrm>
            <a:off x="6052320" y="605016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CustomShape 5"/>
          <p:cNvSpPr/>
          <p:nvPr/>
        </p:nvSpPr>
        <p:spPr>
          <a:xfrm>
            <a:off x="5714640" y="6022440"/>
            <a:ext cx="2322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960" cy="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1" name="CustomShape 6"/>
          <p:cNvSpPr/>
          <p:nvPr/>
        </p:nvSpPr>
        <p:spPr>
          <a:xfrm>
            <a:off x="348804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CustomShape 7"/>
          <p:cNvSpPr/>
          <p:nvPr/>
        </p:nvSpPr>
        <p:spPr>
          <a:xfrm>
            <a:off x="605232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CustomShape 8"/>
          <p:cNvSpPr/>
          <p:nvPr/>
        </p:nvSpPr>
        <p:spPr>
          <a:xfrm>
            <a:off x="5719320" y="6319080"/>
            <a:ext cx="2376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8040" cy="1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760" cy="18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2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CustomShape 2"/>
          <p:cNvSpPr/>
          <p:nvPr/>
        </p:nvSpPr>
        <p:spPr>
          <a:xfrm>
            <a:off x="0" y="607320"/>
            <a:ext cx="152280" cy="1178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5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6" name="CustomShape 3"/>
          <p:cNvSpPr/>
          <p:nvPr/>
        </p:nvSpPr>
        <p:spPr>
          <a:xfrm>
            <a:off x="3522600" y="6050160"/>
            <a:ext cx="166104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CustomShape 4"/>
          <p:cNvSpPr/>
          <p:nvPr/>
        </p:nvSpPr>
        <p:spPr>
          <a:xfrm>
            <a:off x="6052320" y="605016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CustomShape 5"/>
          <p:cNvSpPr/>
          <p:nvPr/>
        </p:nvSpPr>
        <p:spPr>
          <a:xfrm>
            <a:off x="5714640" y="6022440"/>
            <a:ext cx="2322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9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960" cy="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CustomShape 6"/>
          <p:cNvSpPr/>
          <p:nvPr/>
        </p:nvSpPr>
        <p:spPr>
          <a:xfrm>
            <a:off x="348804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CustomShape 7"/>
          <p:cNvSpPr/>
          <p:nvPr/>
        </p:nvSpPr>
        <p:spPr>
          <a:xfrm>
            <a:off x="605232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CustomShape 8"/>
          <p:cNvSpPr/>
          <p:nvPr/>
        </p:nvSpPr>
        <p:spPr>
          <a:xfrm>
            <a:off x="5719320" y="6319080"/>
            <a:ext cx="2376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3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8040" cy="1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4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5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560" cy="396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9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71240" cy="396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0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71240" cy="3966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2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CustomShape 2"/>
          <p:cNvSpPr/>
          <p:nvPr/>
        </p:nvSpPr>
        <p:spPr>
          <a:xfrm>
            <a:off x="0" y="607320"/>
            <a:ext cx="152280" cy="1178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5" name="CustomShape 3"/>
          <p:cNvSpPr/>
          <p:nvPr/>
        </p:nvSpPr>
        <p:spPr>
          <a:xfrm>
            <a:off x="3522600" y="6050160"/>
            <a:ext cx="166104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CustomShape 4"/>
          <p:cNvSpPr/>
          <p:nvPr/>
        </p:nvSpPr>
        <p:spPr>
          <a:xfrm>
            <a:off x="6052320" y="605016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CustomShape 5"/>
          <p:cNvSpPr/>
          <p:nvPr/>
        </p:nvSpPr>
        <p:spPr>
          <a:xfrm>
            <a:off x="5714640" y="6022440"/>
            <a:ext cx="2322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960" cy="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CustomShape 6"/>
          <p:cNvSpPr/>
          <p:nvPr/>
        </p:nvSpPr>
        <p:spPr>
          <a:xfrm>
            <a:off x="348804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CustomShape 7"/>
          <p:cNvSpPr/>
          <p:nvPr/>
        </p:nvSpPr>
        <p:spPr>
          <a:xfrm>
            <a:off x="605232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CustomShape 8"/>
          <p:cNvSpPr/>
          <p:nvPr/>
        </p:nvSpPr>
        <p:spPr>
          <a:xfrm>
            <a:off x="5719320" y="6319080"/>
            <a:ext cx="2376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8040" cy="1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2200" cy="2376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7480" cy="68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6" name="CustomShape 1"/>
          <p:cNvSpPr/>
          <p:nvPr/>
        </p:nvSpPr>
        <p:spPr>
          <a:xfrm>
            <a:off x="0" y="0"/>
            <a:ext cx="11877480" cy="68385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CustomShape 2"/>
          <p:cNvSpPr/>
          <p:nvPr/>
        </p:nvSpPr>
        <p:spPr>
          <a:xfrm>
            <a:off x="0" y="607320"/>
            <a:ext cx="152280" cy="1178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2120" cy="6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CustomShape 3"/>
          <p:cNvSpPr/>
          <p:nvPr/>
        </p:nvSpPr>
        <p:spPr>
          <a:xfrm>
            <a:off x="3522600" y="6050160"/>
            <a:ext cx="166104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CustomShape 4"/>
          <p:cNvSpPr/>
          <p:nvPr/>
        </p:nvSpPr>
        <p:spPr>
          <a:xfrm>
            <a:off x="6052320" y="605016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CustomShape 5"/>
          <p:cNvSpPr/>
          <p:nvPr/>
        </p:nvSpPr>
        <p:spPr>
          <a:xfrm>
            <a:off x="5714640" y="6022440"/>
            <a:ext cx="2322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960" cy="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3" name="CustomShape 6"/>
          <p:cNvSpPr/>
          <p:nvPr/>
        </p:nvSpPr>
        <p:spPr>
          <a:xfrm>
            <a:off x="348804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CustomShape 7"/>
          <p:cNvSpPr/>
          <p:nvPr/>
        </p:nvSpPr>
        <p:spPr>
          <a:xfrm>
            <a:off x="6052320" y="6346800"/>
            <a:ext cx="2036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CustomShape 8"/>
          <p:cNvSpPr/>
          <p:nvPr/>
        </p:nvSpPr>
        <p:spPr>
          <a:xfrm>
            <a:off x="5719320" y="6319080"/>
            <a:ext cx="237600" cy="2376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8040" cy="1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2200" cy="23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90560" cy="124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1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1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5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7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CustomShape 1"/>
          <p:cNvSpPr/>
          <p:nvPr/>
        </p:nvSpPr>
        <p:spPr>
          <a:xfrm>
            <a:off x="609120" y="2031480"/>
            <a:ext cx="7851600" cy="11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CustomShape 2"/>
          <p:cNvSpPr/>
          <p:nvPr/>
        </p:nvSpPr>
        <p:spPr>
          <a:xfrm>
            <a:off x="609120" y="3528360"/>
            <a:ext cx="7851600" cy="47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9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CustomShape 1"/>
          <p:cNvSpPr/>
          <p:nvPr/>
        </p:nvSpPr>
        <p:spPr>
          <a:xfrm>
            <a:off x="6757560" y="35668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CustomShape 2"/>
          <p:cNvSpPr/>
          <p:nvPr/>
        </p:nvSpPr>
        <p:spPr>
          <a:xfrm>
            <a:off x="6766200" y="48301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CustomShape 3"/>
          <p:cNvSpPr/>
          <p:nvPr/>
        </p:nvSpPr>
        <p:spPr>
          <a:xfrm>
            <a:off x="6766200" y="5277240"/>
            <a:ext cx="16948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CustomShape 4"/>
          <p:cNvSpPr/>
          <p:nvPr/>
        </p:nvSpPr>
        <p:spPr>
          <a:xfrm>
            <a:off x="8996760" y="481248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CustomShape 5"/>
          <p:cNvSpPr/>
          <p:nvPr/>
        </p:nvSpPr>
        <p:spPr>
          <a:xfrm>
            <a:off x="8996760" y="5301720"/>
            <a:ext cx="222552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CustomShape 6"/>
          <p:cNvSpPr/>
          <p:nvPr/>
        </p:nvSpPr>
        <p:spPr>
          <a:xfrm>
            <a:off x="417240" y="263880"/>
            <a:ext cx="5886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CustomShape 7"/>
          <p:cNvSpPr/>
          <p:nvPr/>
        </p:nvSpPr>
        <p:spPr>
          <a:xfrm>
            <a:off x="603720" y="735840"/>
            <a:ext cx="5890680" cy="75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CustomShape 8"/>
          <p:cNvSpPr/>
          <p:nvPr/>
        </p:nvSpPr>
        <p:spPr>
          <a:xfrm>
            <a:off x="542520" y="1646280"/>
            <a:ext cx="5886360" cy="18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0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40280" cy="538740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11" name="CustomShape 9"/>
          <p:cNvSpPr/>
          <p:nvPr/>
        </p:nvSpPr>
        <p:spPr>
          <a:xfrm>
            <a:off x="542520" y="5337360"/>
            <a:ext cx="4402080" cy="89892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CustomShape 10"/>
          <p:cNvSpPr/>
          <p:nvPr/>
        </p:nvSpPr>
        <p:spPr>
          <a:xfrm>
            <a:off x="750240" y="5449680"/>
            <a:ext cx="40921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11"/>
          <p:cNvSpPr/>
          <p:nvPr/>
        </p:nvSpPr>
        <p:spPr>
          <a:xfrm>
            <a:off x="1078200" y="5749560"/>
            <a:ext cx="16783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12"/>
          <p:cNvSpPr/>
          <p:nvPr/>
        </p:nvSpPr>
        <p:spPr>
          <a:xfrm>
            <a:off x="839880" y="5862240"/>
            <a:ext cx="217440" cy="124200"/>
          </a:xfrm>
          <a:custGeom>
            <a:avLst/>
            <a:gdLst>
              <a:gd name="textAreaLeft" fmla="*/ 0 w 217440"/>
              <a:gd name="textAreaRight" fmla="*/ 217800 w 217440"/>
              <a:gd name="textAreaTop" fmla="*/ 0 h 124200"/>
              <a:gd name="textAreaBottom" fmla="*/ 124560 h 12420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CustomShape 13"/>
          <p:cNvSpPr/>
          <p:nvPr/>
        </p:nvSpPr>
        <p:spPr>
          <a:xfrm>
            <a:off x="858960" y="5845320"/>
            <a:ext cx="179280" cy="56520"/>
          </a:xfrm>
          <a:custGeom>
            <a:avLst/>
            <a:gdLst>
              <a:gd name="textAreaLeft" fmla="*/ 0 w 179280"/>
              <a:gd name="textAreaRight" fmla="*/ 179640 w 179280"/>
              <a:gd name="textAreaTop" fmla="*/ 0 h 56520"/>
              <a:gd name="textAreaBottom" fmla="*/ 56880 h 5652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1880" rIns="9000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CustomShape 14"/>
          <p:cNvSpPr/>
          <p:nvPr/>
        </p:nvSpPr>
        <p:spPr>
          <a:xfrm>
            <a:off x="3002400" y="5789520"/>
            <a:ext cx="1351800" cy="23688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15"/>
          <p:cNvSpPr/>
          <p:nvPr/>
        </p:nvSpPr>
        <p:spPr>
          <a:xfrm>
            <a:off x="8468280" y="3501720"/>
            <a:ext cx="13165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8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8160" cy="670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CustomShape 1"/>
          <p:cNvSpPr/>
          <p:nvPr/>
        </p:nvSpPr>
        <p:spPr>
          <a:xfrm>
            <a:off x="327240" y="720000"/>
            <a:ext cx="5890680" cy="73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CustomShape 2"/>
          <p:cNvSpPr/>
          <p:nvPr/>
        </p:nvSpPr>
        <p:spPr>
          <a:xfrm>
            <a:off x="327240" y="340920"/>
            <a:ext cx="5886000" cy="18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CustomShape 3"/>
          <p:cNvSpPr/>
          <p:nvPr/>
        </p:nvSpPr>
        <p:spPr>
          <a:xfrm>
            <a:off x="327240" y="1887840"/>
            <a:ext cx="5133240" cy="16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4"/>
          <p:cNvSpPr/>
          <p:nvPr/>
        </p:nvSpPr>
        <p:spPr>
          <a:xfrm>
            <a:off x="223200" y="3730680"/>
            <a:ext cx="6094800" cy="160308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Время семинара ограничено, попросите ответить участников на вопросы в чате, бегло просмотрите и прокомментируйте, если ожидания не соответствуют реальности.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CustomShape 1"/>
          <p:cNvSpPr/>
          <p:nvPr/>
        </p:nvSpPr>
        <p:spPr>
          <a:xfrm>
            <a:off x="6757560" y="2544480"/>
            <a:ext cx="151920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CustomShape 2"/>
          <p:cNvSpPr/>
          <p:nvPr/>
        </p:nvSpPr>
        <p:spPr>
          <a:xfrm>
            <a:off x="6757560" y="3038760"/>
            <a:ext cx="18806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3"/>
          <p:cNvSpPr/>
          <p:nvPr/>
        </p:nvSpPr>
        <p:spPr>
          <a:xfrm>
            <a:off x="6757560" y="35668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4"/>
          <p:cNvSpPr/>
          <p:nvPr/>
        </p:nvSpPr>
        <p:spPr>
          <a:xfrm>
            <a:off x="6757560" y="4061160"/>
            <a:ext cx="188064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5"/>
          <p:cNvSpPr/>
          <p:nvPr/>
        </p:nvSpPr>
        <p:spPr>
          <a:xfrm>
            <a:off x="6766200" y="48301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CustomShape 6"/>
          <p:cNvSpPr/>
          <p:nvPr/>
        </p:nvSpPr>
        <p:spPr>
          <a:xfrm>
            <a:off x="6766200" y="5277240"/>
            <a:ext cx="16948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CustomShape 7"/>
          <p:cNvSpPr/>
          <p:nvPr/>
        </p:nvSpPr>
        <p:spPr>
          <a:xfrm>
            <a:off x="8996760" y="481248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8"/>
          <p:cNvSpPr/>
          <p:nvPr/>
        </p:nvSpPr>
        <p:spPr>
          <a:xfrm>
            <a:off x="8996760" y="5301720"/>
            <a:ext cx="222552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9"/>
          <p:cNvSpPr/>
          <p:nvPr/>
        </p:nvSpPr>
        <p:spPr>
          <a:xfrm>
            <a:off x="8992080" y="35632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CustomShape 10"/>
          <p:cNvSpPr/>
          <p:nvPr/>
        </p:nvSpPr>
        <p:spPr>
          <a:xfrm>
            <a:off x="8992080" y="4057560"/>
            <a:ext cx="22255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11"/>
          <p:cNvSpPr/>
          <p:nvPr/>
        </p:nvSpPr>
        <p:spPr>
          <a:xfrm>
            <a:off x="9006840" y="25513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12"/>
          <p:cNvSpPr/>
          <p:nvPr/>
        </p:nvSpPr>
        <p:spPr>
          <a:xfrm>
            <a:off x="9006840" y="3045600"/>
            <a:ext cx="2001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13"/>
          <p:cNvSpPr/>
          <p:nvPr/>
        </p:nvSpPr>
        <p:spPr>
          <a:xfrm>
            <a:off x="612720" y="259560"/>
            <a:ext cx="5886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14"/>
          <p:cNvSpPr/>
          <p:nvPr/>
        </p:nvSpPr>
        <p:spPr>
          <a:xfrm>
            <a:off x="599400" y="1029240"/>
            <a:ext cx="1075032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15"/>
          <p:cNvSpPr/>
          <p:nvPr/>
        </p:nvSpPr>
        <p:spPr>
          <a:xfrm>
            <a:off x="612720" y="1888200"/>
            <a:ext cx="1075032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CustomShape 1"/>
          <p:cNvSpPr/>
          <p:nvPr/>
        </p:nvSpPr>
        <p:spPr>
          <a:xfrm>
            <a:off x="6757560" y="2544480"/>
            <a:ext cx="151920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2"/>
          <p:cNvSpPr/>
          <p:nvPr/>
        </p:nvSpPr>
        <p:spPr>
          <a:xfrm>
            <a:off x="6757560" y="3038760"/>
            <a:ext cx="18806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3"/>
          <p:cNvSpPr/>
          <p:nvPr/>
        </p:nvSpPr>
        <p:spPr>
          <a:xfrm>
            <a:off x="6757560" y="35668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4"/>
          <p:cNvSpPr/>
          <p:nvPr/>
        </p:nvSpPr>
        <p:spPr>
          <a:xfrm>
            <a:off x="6757560" y="4061160"/>
            <a:ext cx="188064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5"/>
          <p:cNvSpPr/>
          <p:nvPr/>
        </p:nvSpPr>
        <p:spPr>
          <a:xfrm>
            <a:off x="6766200" y="48301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CustomShape 6"/>
          <p:cNvSpPr/>
          <p:nvPr/>
        </p:nvSpPr>
        <p:spPr>
          <a:xfrm>
            <a:off x="6766200" y="5277240"/>
            <a:ext cx="16948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7"/>
          <p:cNvSpPr/>
          <p:nvPr/>
        </p:nvSpPr>
        <p:spPr>
          <a:xfrm>
            <a:off x="8996760" y="481248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8"/>
          <p:cNvSpPr/>
          <p:nvPr/>
        </p:nvSpPr>
        <p:spPr>
          <a:xfrm>
            <a:off x="8996760" y="5301720"/>
            <a:ext cx="222552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9"/>
          <p:cNvSpPr/>
          <p:nvPr/>
        </p:nvSpPr>
        <p:spPr>
          <a:xfrm>
            <a:off x="8992080" y="35632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CustomShape 10"/>
          <p:cNvSpPr/>
          <p:nvPr/>
        </p:nvSpPr>
        <p:spPr>
          <a:xfrm>
            <a:off x="8992080" y="4057560"/>
            <a:ext cx="22255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11"/>
          <p:cNvSpPr/>
          <p:nvPr/>
        </p:nvSpPr>
        <p:spPr>
          <a:xfrm>
            <a:off x="9006840" y="25513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12"/>
          <p:cNvSpPr/>
          <p:nvPr/>
        </p:nvSpPr>
        <p:spPr>
          <a:xfrm>
            <a:off x="9006840" y="3045600"/>
            <a:ext cx="2001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13"/>
          <p:cNvSpPr/>
          <p:nvPr/>
        </p:nvSpPr>
        <p:spPr>
          <a:xfrm>
            <a:off x="612720" y="259560"/>
            <a:ext cx="5886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14"/>
          <p:cNvSpPr/>
          <p:nvPr/>
        </p:nvSpPr>
        <p:spPr>
          <a:xfrm>
            <a:off x="612720" y="990000"/>
            <a:ext cx="1075032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15"/>
          <p:cNvSpPr/>
          <p:nvPr/>
        </p:nvSpPr>
        <p:spPr>
          <a:xfrm>
            <a:off x="612720" y="1869480"/>
            <a:ext cx="1075032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Экосистема расширений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обработка 1? 000 tps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CustomShape 1"/>
          <p:cNvSpPr/>
          <p:nvPr/>
        </p:nvSpPr>
        <p:spPr>
          <a:xfrm>
            <a:off x="6757560" y="2544480"/>
            <a:ext cx="151920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2"/>
          <p:cNvSpPr/>
          <p:nvPr/>
        </p:nvSpPr>
        <p:spPr>
          <a:xfrm>
            <a:off x="6757560" y="3038760"/>
            <a:ext cx="18806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3"/>
          <p:cNvSpPr/>
          <p:nvPr/>
        </p:nvSpPr>
        <p:spPr>
          <a:xfrm>
            <a:off x="6757560" y="35668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4"/>
          <p:cNvSpPr/>
          <p:nvPr/>
        </p:nvSpPr>
        <p:spPr>
          <a:xfrm>
            <a:off x="6757560" y="4061160"/>
            <a:ext cx="188064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5"/>
          <p:cNvSpPr/>
          <p:nvPr/>
        </p:nvSpPr>
        <p:spPr>
          <a:xfrm>
            <a:off x="6766200" y="48301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ustomShape 6"/>
          <p:cNvSpPr/>
          <p:nvPr/>
        </p:nvSpPr>
        <p:spPr>
          <a:xfrm>
            <a:off x="6766200" y="5277240"/>
            <a:ext cx="16948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7"/>
          <p:cNvSpPr/>
          <p:nvPr/>
        </p:nvSpPr>
        <p:spPr>
          <a:xfrm>
            <a:off x="8996760" y="481248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8"/>
          <p:cNvSpPr/>
          <p:nvPr/>
        </p:nvSpPr>
        <p:spPr>
          <a:xfrm>
            <a:off x="8996760" y="5301720"/>
            <a:ext cx="222552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9"/>
          <p:cNvSpPr/>
          <p:nvPr/>
        </p:nvSpPr>
        <p:spPr>
          <a:xfrm>
            <a:off x="8992080" y="35632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CustomShape 10"/>
          <p:cNvSpPr/>
          <p:nvPr/>
        </p:nvSpPr>
        <p:spPr>
          <a:xfrm>
            <a:off x="8992080" y="4057560"/>
            <a:ext cx="22255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11"/>
          <p:cNvSpPr/>
          <p:nvPr/>
        </p:nvSpPr>
        <p:spPr>
          <a:xfrm>
            <a:off x="9006840" y="25513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12"/>
          <p:cNvSpPr/>
          <p:nvPr/>
        </p:nvSpPr>
        <p:spPr>
          <a:xfrm>
            <a:off x="9006840" y="3045600"/>
            <a:ext cx="2001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13"/>
          <p:cNvSpPr/>
          <p:nvPr/>
        </p:nvSpPr>
        <p:spPr>
          <a:xfrm>
            <a:off x="612720" y="259560"/>
            <a:ext cx="5886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14"/>
          <p:cNvSpPr/>
          <p:nvPr/>
        </p:nvSpPr>
        <p:spPr>
          <a:xfrm>
            <a:off x="612720" y="990000"/>
            <a:ext cx="1075032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15"/>
          <p:cNvSpPr/>
          <p:nvPr/>
        </p:nvSpPr>
        <p:spPr>
          <a:xfrm>
            <a:off x="612720" y="1869480"/>
            <a:ext cx="1075032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Логотип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Облачно-нативный (Kubernetes-native) каркас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Мгновенный старт (миллисекунды)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CustomShape 1"/>
          <p:cNvSpPr/>
          <p:nvPr/>
        </p:nvSpPr>
        <p:spPr>
          <a:xfrm>
            <a:off x="6757560" y="2544480"/>
            <a:ext cx="151920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2"/>
          <p:cNvSpPr/>
          <p:nvPr/>
        </p:nvSpPr>
        <p:spPr>
          <a:xfrm>
            <a:off x="6757560" y="3038760"/>
            <a:ext cx="18806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3"/>
          <p:cNvSpPr/>
          <p:nvPr/>
        </p:nvSpPr>
        <p:spPr>
          <a:xfrm>
            <a:off x="6757560" y="35668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4"/>
          <p:cNvSpPr/>
          <p:nvPr/>
        </p:nvSpPr>
        <p:spPr>
          <a:xfrm>
            <a:off x="6757560" y="4061160"/>
            <a:ext cx="188064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5"/>
          <p:cNvSpPr/>
          <p:nvPr/>
        </p:nvSpPr>
        <p:spPr>
          <a:xfrm>
            <a:off x="6766200" y="48301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CustomShape 6"/>
          <p:cNvSpPr/>
          <p:nvPr/>
        </p:nvSpPr>
        <p:spPr>
          <a:xfrm>
            <a:off x="6766200" y="5277240"/>
            <a:ext cx="16948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7"/>
          <p:cNvSpPr/>
          <p:nvPr/>
        </p:nvSpPr>
        <p:spPr>
          <a:xfrm>
            <a:off x="8996760" y="481248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8"/>
          <p:cNvSpPr/>
          <p:nvPr/>
        </p:nvSpPr>
        <p:spPr>
          <a:xfrm>
            <a:off x="8996760" y="5301720"/>
            <a:ext cx="222552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9"/>
          <p:cNvSpPr/>
          <p:nvPr/>
        </p:nvSpPr>
        <p:spPr>
          <a:xfrm>
            <a:off x="8992080" y="35632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CustomShape 10"/>
          <p:cNvSpPr/>
          <p:nvPr/>
        </p:nvSpPr>
        <p:spPr>
          <a:xfrm>
            <a:off x="8992080" y="4057560"/>
            <a:ext cx="22255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CustomShape 11"/>
          <p:cNvSpPr/>
          <p:nvPr/>
        </p:nvSpPr>
        <p:spPr>
          <a:xfrm>
            <a:off x="9006840" y="25513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12"/>
          <p:cNvSpPr/>
          <p:nvPr/>
        </p:nvSpPr>
        <p:spPr>
          <a:xfrm>
            <a:off x="9006840" y="3045600"/>
            <a:ext cx="2001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13"/>
          <p:cNvSpPr/>
          <p:nvPr/>
        </p:nvSpPr>
        <p:spPr>
          <a:xfrm>
            <a:off x="612720" y="259560"/>
            <a:ext cx="5886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14"/>
          <p:cNvSpPr/>
          <p:nvPr/>
        </p:nvSpPr>
        <p:spPr>
          <a:xfrm>
            <a:off x="612720" y="990000"/>
            <a:ext cx="1075032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15"/>
          <p:cNvSpPr/>
          <p:nvPr/>
        </p:nvSpPr>
        <p:spPr>
          <a:xfrm>
            <a:off x="612720" y="1869480"/>
            <a:ext cx="1075032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Визуализация: иконка медленного запуска, график потребления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Текст: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auto‑scaling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cloud‑native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CustomShape 1"/>
          <p:cNvSpPr/>
          <p:nvPr/>
        </p:nvSpPr>
        <p:spPr>
          <a:xfrm>
            <a:off x="612720" y="3791880"/>
            <a:ext cx="588636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2"/>
          <p:cNvSpPr/>
          <p:nvPr/>
        </p:nvSpPr>
        <p:spPr>
          <a:xfrm>
            <a:off x="496440" y="2260800"/>
            <a:ext cx="588636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25920"/>
            <a:ext cx="9360000" cy="68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CustomShape 1"/>
          <p:cNvSpPr/>
          <p:nvPr/>
        </p:nvSpPr>
        <p:spPr>
          <a:xfrm>
            <a:off x="6757560" y="2544480"/>
            <a:ext cx="151920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2"/>
          <p:cNvSpPr/>
          <p:nvPr/>
        </p:nvSpPr>
        <p:spPr>
          <a:xfrm>
            <a:off x="6757560" y="3038760"/>
            <a:ext cx="18806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CustomShape 3"/>
          <p:cNvSpPr/>
          <p:nvPr/>
        </p:nvSpPr>
        <p:spPr>
          <a:xfrm>
            <a:off x="6757560" y="35668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4"/>
          <p:cNvSpPr/>
          <p:nvPr/>
        </p:nvSpPr>
        <p:spPr>
          <a:xfrm>
            <a:off x="6757560" y="4061160"/>
            <a:ext cx="188064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CustomShape 5"/>
          <p:cNvSpPr/>
          <p:nvPr/>
        </p:nvSpPr>
        <p:spPr>
          <a:xfrm>
            <a:off x="6766200" y="48301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CustomShape 6"/>
          <p:cNvSpPr/>
          <p:nvPr/>
        </p:nvSpPr>
        <p:spPr>
          <a:xfrm>
            <a:off x="6766200" y="5277240"/>
            <a:ext cx="16948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7"/>
          <p:cNvSpPr/>
          <p:nvPr/>
        </p:nvSpPr>
        <p:spPr>
          <a:xfrm>
            <a:off x="8996760" y="481248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CustomShape 8"/>
          <p:cNvSpPr/>
          <p:nvPr/>
        </p:nvSpPr>
        <p:spPr>
          <a:xfrm>
            <a:off x="8996760" y="5301720"/>
            <a:ext cx="222552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CustomShape 9"/>
          <p:cNvSpPr/>
          <p:nvPr/>
        </p:nvSpPr>
        <p:spPr>
          <a:xfrm>
            <a:off x="8992080" y="35632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10"/>
          <p:cNvSpPr/>
          <p:nvPr/>
        </p:nvSpPr>
        <p:spPr>
          <a:xfrm>
            <a:off x="8992080" y="4057560"/>
            <a:ext cx="22255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11"/>
          <p:cNvSpPr/>
          <p:nvPr/>
        </p:nvSpPr>
        <p:spPr>
          <a:xfrm>
            <a:off x="9006840" y="25513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12"/>
          <p:cNvSpPr/>
          <p:nvPr/>
        </p:nvSpPr>
        <p:spPr>
          <a:xfrm>
            <a:off x="9006840" y="3045600"/>
            <a:ext cx="2001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13"/>
          <p:cNvSpPr/>
          <p:nvPr/>
        </p:nvSpPr>
        <p:spPr>
          <a:xfrm>
            <a:off x="612720" y="259560"/>
            <a:ext cx="5886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14"/>
          <p:cNvSpPr/>
          <p:nvPr/>
        </p:nvSpPr>
        <p:spPr>
          <a:xfrm>
            <a:off x="612720" y="646200"/>
            <a:ext cx="1075032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15"/>
          <p:cNvSpPr/>
          <p:nvPr/>
        </p:nvSpPr>
        <p:spPr>
          <a:xfrm>
            <a:off x="612720" y="1488600"/>
            <a:ext cx="10750320" cy="12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16"/>
          <p:cNvSpPr/>
          <p:nvPr/>
        </p:nvSpPr>
        <p:spPr>
          <a:xfrm>
            <a:off x="508320" y="3683160"/>
            <a:ext cx="6094800" cy="198288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Используйте для размещения учебного контента (текста, иллюстраций, аудио, видео и прочего). В качестве визуальной составляющей могут быть использованы рисунки, картинки, схемы, графики с указанием источника, но желательно либо перерисовывать графики и схемы в цветовой гамме шаблона, либо использовать стоковые иллюстрации без претензии на авторское право.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CustomShape 1"/>
          <p:cNvSpPr/>
          <p:nvPr/>
        </p:nvSpPr>
        <p:spPr>
          <a:xfrm>
            <a:off x="6757560" y="2544480"/>
            <a:ext cx="151920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2"/>
          <p:cNvSpPr/>
          <p:nvPr/>
        </p:nvSpPr>
        <p:spPr>
          <a:xfrm>
            <a:off x="6757560" y="3038760"/>
            <a:ext cx="18806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3"/>
          <p:cNvSpPr/>
          <p:nvPr/>
        </p:nvSpPr>
        <p:spPr>
          <a:xfrm>
            <a:off x="6757560" y="35668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4"/>
          <p:cNvSpPr/>
          <p:nvPr/>
        </p:nvSpPr>
        <p:spPr>
          <a:xfrm>
            <a:off x="6757560" y="4061160"/>
            <a:ext cx="188064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5"/>
          <p:cNvSpPr/>
          <p:nvPr/>
        </p:nvSpPr>
        <p:spPr>
          <a:xfrm>
            <a:off x="6766200" y="48301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CustomShape 6"/>
          <p:cNvSpPr/>
          <p:nvPr/>
        </p:nvSpPr>
        <p:spPr>
          <a:xfrm>
            <a:off x="6766200" y="5277240"/>
            <a:ext cx="16948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7"/>
          <p:cNvSpPr/>
          <p:nvPr/>
        </p:nvSpPr>
        <p:spPr>
          <a:xfrm>
            <a:off x="8996760" y="481248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CustomShape 8"/>
          <p:cNvSpPr/>
          <p:nvPr/>
        </p:nvSpPr>
        <p:spPr>
          <a:xfrm>
            <a:off x="8996760" y="5301720"/>
            <a:ext cx="222552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CustomShape 9"/>
          <p:cNvSpPr/>
          <p:nvPr/>
        </p:nvSpPr>
        <p:spPr>
          <a:xfrm>
            <a:off x="8992080" y="35632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10"/>
          <p:cNvSpPr/>
          <p:nvPr/>
        </p:nvSpPr>
        <p:spPr>
          <a:xfrm>
            <a:off x="8992080" y="4057560"/>
            <a:ext cx="22255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11"/>
          <p:cNvSpPr/>
          <p:nvPr/>
        </p:nvSpPr>
        <p:spPr>
          <a:xfrm>
            <a:off x="9006840" y="25513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12"/>
          <p:cNvSpPr/>
          <p:nvPr/>
        </p:nvSpPr>
        <p:spPr>
          <a:xfrm>
            <a:off x="9006840" y="3045600"/>
            <a:ext cx="2001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13"/>
          <p:cNvSpPr/>
          <p:nvPr/>
        </p:nvSpPr>
        <p:spPr>
          <a:xfrm>
            <a:off x="612720" y="259560"/>
            <a:ext cx="5886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14"/>
          <p:cNvSpPr/>
          <p:nvPr/>
        </p:nvSpPr>
        <p:spPr>
          <a:xfrm>
            <a:off x="612720" y="646200"/>
            <a:ext cx="1075032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Пример оформления кода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15"/>
          <p:cNvSpPr/>
          <p:nvPr/>
        </p:nvSpPr>
        <p:spPr>
          <a:xfrm>
            <a:off x="603720" y="1455840"/>
            <a:ext cx="11052360" cy="3947760"/>
          </a:xfrm>
          <a:prstGeom prst="rect">
            <a:avLst/>
          </a:prstGeom>
          <a:solidFill>
            <a:srgbClr val="FBFCFD"/>
          </a:solidFill>
          <a:ln cap="rnd" w="19080">
            <a:solidFill>
              <a:srgbClr val="9BBB59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122040" tIns="60840" rIns="122040" bIns="60840" anchor="ctr">
            <a:noAutofit/>
          </a:bodyPr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final class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SimpleGrantedAuthority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implements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GrantedAuthority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private final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SimpleGrantedAuthority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role)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= role;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@Override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getAuthority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return 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CustomShape 1"/>
          <p:cNvSpPr/>
          <p:nvPr/>
        </p:nvSpPr>
        <p:spPr>
          <a:xfrm>
            <a:off x="6757560" y="2544480"/>
            <a:ext cx="151920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2"/>
          <p:cNvSpPr/>
          <p:nvPr/>
        </p:nvSpPr>
        <p:spPr>
          <a:xfrm>
            <a:off x="6757560" y="3038760"/>
            <a:ext cx="18806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3"/>
          <p:cNvSpPr/>
          <p:nvPr/>
        </p:nvSpPr>
        <p:spPr>
          <a:xfrm>
            <a:off x="6757560" y="35668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CustomShape 4"/>
          <p:cNvSpPr/>
          <p:nvPr/>
        </p:nvSpPr>
        <p:spPr>
          <a:xfrm>
            <a:off x="6757560" y="4061160"/>
            <a:ext cx="188064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CustomShape 5"/>
          <p:cNvSpPr/>
          <p:nvPr/>
        </p:nvSpPr>
        <p:spPr>
          <a:xfrm>
            <a:off x="6766200" y="48301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6"/>
          <p:cNvSpPr/>
          <p:nvPr/>
        </p:nvSpPr>
        <p:spPr>
          <a:xfrm>
            <a:off x="6766200" y="5277240"/>
            <a:ext cx="16948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7"/>
          <p:cNvSpPr/>
          <p:nvPr/>
        </p:nvSpPr>
        <p:spPr>
          <a:xfrm>
            <a:off x="8996760" y="481248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CustomShape 8"/>
          <p:cNvSpPr/>
          <p:nvPr/>
        </p:nvSpPr>
        <p:spPr>
          <a:xfrm>
            <a:off x="8996760" y="5301720"/>
            <a:ext cx="222552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CustomShape 9"/>
          <p:cNvSpPr/>
          <p:nvPr/>
        </p:nvSpPr>
        <p:spPr>
          <a:xfrm>
            <a:off x="8992080" y="3563280"/>
            <a:ext cx="1116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CustomShape 10"/>
          <p:cNvSpPr/>
          <p:nvPr/>
        </p:nvSpPr>
        <p:spPr>
          <a:xfrm>
            <a:off x="8992080" y="4057560"/>
            <a:ext cx="222552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11"/>
          <p:cNvSpPr/>
          <p:nvPr/>
        </p:nvSpPr>
        <p:spPr>
          <a:xfrm>
            <a:off x="9006840" y="2551320"/>
            <a:ext cx="16376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12"/>
          <p:cNvSpPr/>
          <p:nvPr/>
        </p:nvSpPr>
        <p:spPr>
          <a:xfrm>
            <a:off x="9006840" y="3045600"/>
            <a:ext cx="20012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13"/>
          <p:cNvSpPr/>
          <p:nvPr/>
        </p:nvSpPr>
        <p:spPr>
          <a:xfrm>
            <a:off x="612720" y="259560"/>
            <a:ext cx="58860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14"/>
          <p:cNvSpPr/>
          <p:nvPr/>
        </p:nvSpPr>
        <p:spPr>
          <a:xfrm>
            <a:off x="612720" y="646200"/>
            <a:ext cx="1075032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15"/>
          <p:cNvSpPr/>
          <p:nvPr/>
        </p:nvSpPr>
        <p:spPr>
          <a:xfrm>
            <a:off x="600120" y="1308600"/>
            <a:ext cx="1075032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Книги/статьи/блоги/прочее</a:t>
            </a:r>
            <a:r>
              <a:rPr lang="ru-RU" sz="2000" b="1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ru-RU" sz="20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(выберите нужное, остальное удалите)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16"/>
          <p:cNvSpPr/>
          <p:nvPr/>
        </p:nvSpPr>
        <p:spPr>
          <a:xfrm>
            <a:off x="597600" y="2027880"/>
            <a:ext cx="10750320" cy="140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№2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0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182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…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CustomShape 1"/>
          <p:cNvSpPr/>
          <p:nvPr/>
        </p:nvSpPr>
        <p:spPr>
          <a:xfrm>
            <a:off x="599040" y="2178360"/>
            <a:ext cx="7851600" cy="11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CustomShape 2"/>
          <p:cNvSpPr/>
          <p:nvPr/>
        </p:nvSpPr>
        <p:spPr>
          <a:xfrm>
            <a:off x="616320" y="3730680"/>
            <a:ext cx="6094800" cy="160308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5-10 мин на вопросы по теме от аудитории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CustomShape 1"/>
          <p:cNvSpPr/>
          <p:nvPr/>
        </p:nvSpPr>
        <p:spPr>
          <a:xfrm>
            <a:off x="616320" y="3730680"/>
            <a:ext cx="6094800" cy="160308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5-10 мин на вопросы по теме от аудитории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ustomShape 2"/>
          <p:cNvSpPr/>
          <p:nvPr/>
        </p:nvSpPr>
        <p:spPr>
          <a:xfrm>
            <a:off x="599040" y="2178360"/>
            <a:ext cx="9343800" cy="65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3"/>
          <p:cNvSpPr/>
          <p:nvPr/>
        </p:nvSpPr>
        <p:spPr>
          <a:xfrm>
            <a:off x="583200" y="2925360"/>
            <a:ext cx="60433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CustomShape 1"/>
          <p:cNvSpPr/>
          <p:nvPr/>
        </p:nvSpPr>
        <p:spPr>
          <a:xfrm>
            <a:off x="327240" y="723240"/>
            <a:ext cx="7851600" cy="11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2"/>
          <p:cNvSpPr/>
          <p:nvPr/>
        </p:nvSpPr>
        <p:spPr>
          <a:xfrm>
            <a:off x="327240" y="4712400"/>
            <a:ext cx="72939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0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7920" cy="225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1" name="CustomShape 3"/>
          <p:cNvSpPr/>
          <p:nvPr/>
        </p:nvSpPr>
        <p:spPr>
          <a:xfrm>
            <a:off x="3133440" y="2542320"/>
            <a:ext cx="3856680" cy="11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4"/>
          <p:cNvSpPr/>
          <p:nvPr/>
        </p:nvSpPr>
        <p:spPr>
          <a:xfrm>
            <a:off x="6733800" y="233280"/>
            <a:ext cx="5141160" cy="160308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Не удалять и не скрывать данный слайд, озвучить возможности для дальнейшего обучения в УЦ IBS/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29089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2026-06-14T20:04:29Z</dcterms:modified>
  <cp:revision>1779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