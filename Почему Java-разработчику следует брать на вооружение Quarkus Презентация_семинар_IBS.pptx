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presentation.xml" ContentType="application/vnd.openxmlformats-officedocument.presentationml.presentation.main+xml"/>
  <Override PartName="/ppt/slideMasters/slideMaster13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slideMaster51.xml" ContentType="application/vnd.openxmlformats-officedocument.presentationml.slideMaster+xml"/>
  <Override PartName="/ppt/slideMasters/slideMaster37.xml" ContentType="application/vnd.openxmlformats-officedocument.presentationml.slideMaster+xml"/>
  <Override PartName="/ppt/slideMasters/slideMaster63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0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media/image16.svg" ContentType="image/svg"/>
  <Override PartName="/ppt/media/image18.svg" ContentType="image/svg"/>
  <Override PartName="/ppt/media/image30.svg" ContentType="image/svg"/>
  <Override PartName="/ppt/media/image20.svg" ContentType="image/svg"/>
  <Override PartName="/ppt/media/image22.svg" ContentType="image/svg"/>
  <Override PartName="/ppt/media/image24.svg" ContentType="image/svg"/>
  <Override PartName="/ppt/media/image26.svg" ContentType="image/svg"/>
  <Override PartName="/ppt/media/image28.svg" ContentType="image/svg"/>
  <Override PartName="/ppt/media/image32.svg" ContentType="image/svg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2" r:id="rId6"/>
    <p:sldMasterId id="2147483715" r:id="rId7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1879263" cy="6840538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3.xml"/><Relationship Id="rId4" Type="http://schemas.openxmlformats.org/officeDocument/2006/relationships/slideMaster" Target="slideMasters/slideMaster25.xml"/><Relationship Id="rId5" Type="http://schemas.openxmlformats.org/officeDocument/2006/relationships/slideMaster" Target="slideMasters/slideMaster37.xml"/><Relationship Id="rId6" Type="http://schemas.openxmlformats.org/officeDocument/2006/relationships/slideMaster" Target="slideMasters/slideMaster51.xml"/><Relationship Id="rId7" Type="http://schemas.openxmlformats.org/officeDocument/2006/relationships/slideMaster" Target="slideMasters/slideMaster63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3.pn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3.png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3.png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3.png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1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1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1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1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1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1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3.png"/><Relationship Id="rId5" Type="http://schemas.openxmlformats.org/officeDocument/2006/relationships/image" Target="../media/image3.png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1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1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1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1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1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1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3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3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3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3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3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3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3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3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3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3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3.png"/><Relationship Id="rId9" Type="http://schemas.openxmlformats.org/officeDocument/2006/relationships/image" Target="../media/image3.png"/>
</Relationships>
</file>

<file path=ppt/slideLayouts/_rels/slideLayout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3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3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itle, 2 Content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400" cy="683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CustomShape 1"/>
          <p:cNvSpPr/>
          <p:nvPr/>
        </p:nvSpPr>
        <p:spPr>
          <a:xfrm>
            <a:off x="0" y="0"/>
            <a:ext cx="11876400" cy="683748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040" cy="672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" name="CustomShape 2"/>
          <p:cNvSpPr/>
          <p:nvPr/>
        </p:nvSpPr>
        <p:spPr>
          <a:xfrm>
            <a:off x="0" y="474480"/>
            <a:ext cx="140040" cy="20462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6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 Content and 2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400" cy="683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" name="CustomShape 1"/>
          <p:cNvSpPr/>
          <p:nvPr/>
        </p:nvSpPr>
        <p:spPr>
          <a:xfrm>
            <a:off x="0" y="0"/>
            <a:ext cx="11876400" cy="683748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040" cy="672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" name="CustomShape 2"/>
          <p:cNvSpPr/>
          <p:nvPr/>
        </p:nvSpPr>
        <p:spPr>
          <a:xfrm>
            <a:off x="0" y="474480"/>
            <a:ext cx="140040" cy="20462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6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400" cy="683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" name="CustomShape 1"/>
          <p:cNvSpPr/>
          <p:nvPr/>
        </p:nvSpPr>
        <p:spPr>
          <a:xfrm>
            <a:off x="0" y="0"/>
            <a:ext cx="11876400" cy="683748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040" cy="672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" name="CustomShape 2"/>
          <p:cNvSpPr/>
          <p:nvPr/>
        </p:nvSpPr>
        <p:spPr>
          <a:xfrm>
            <a:off x="0" y="474480"/>
            <a:ext cx="140040" cy="20462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4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400" cy="683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" name="CustomShape 1"/>
          <p:cNvSpPr/>
          <p:nvPr/>
        </p:nvSpPr>
        <p:spPr>
          <a:xfrm>
            <a:off x="0" y="0"/>
            <a:ext cx="11876400" cy="683748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040" cy="672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" name="CustomShape 2"/>
          <p:cNvSpPr/>
          <p:nvPr/>
        </p:nvSpPr>
        <p:spPr>
          <a:xfrm>
            <a:off x="0" y="474480"/>
            <a:ext cx="140040" cy="20462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4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4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400" cy="683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" name="CustomShape 1"/>
          <p:cNvSpPr/>
          <p:nvPr/>
        </p:nvSpPr>
        <p:spPr>
          <a:xfrm>
            <a:off x="0" y="0"/>
            <a:ext cx="11876400" cy="683748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040" cy="672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" name="CustomShape 2"/>
          <p:cNvSpPr/>
          <p:nvPr/>
        </p:nvSpPr>
        <p:spPr>
          <a:xfrm>
            <a:off x="0" y="474480"/>
            <a:ext cx="140040" cy="20462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400" cy="683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" name="CustomShape 1"/>
          <p:cNvSpPr/>
          <p:nvPr/>
        </p:nvSpPr>
        <p:spPr>
          <a:xfrm>
            <a:off x="0" y="0"/>
            <a:ext cx="11876400" cy="683748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4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040" cy="672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" name="CustomShape 2"/>
          <p:cNvSpPr/>
          <p:nvPr/>
        </p:nvSpPr>
        <p:spPr>
          <a:xfrm>
            <a:off x="0" y="474480"/>
            <a:ext cx="140040" cy="20462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4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4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9" name=""/>
          <p:cNvPicPr/>
          <p:nvPr/>
        </p:nvPicPr>
        <p:blipFill>
          <a:blip r:embed="rId4"/>
          <a:stretch/>
        </p:blipFill>
        <p:spPr>
          <a:xfrm>
            <a:off x="3453120" y="1600200"/>
            <a:ext cx="4970160" cy="3965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" name=""/>
          <p:cNvPicPr/>
          <p:nvPr/>
        </p:nvPicPr>
        <p:blipFill>
          <a:blip r:embed="rId5"/>
          <a:stretch/>
        </p:blipFill>
        <p:spPr>
          <a:xfrm>
            <a:off x="3453120" y="1600200"/>
            <a:ext cx="4970160" cy="396540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400" cy="683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" name="CustomShape 1"/>
          <p:cNvSpPr/>
          <p:nvPr/>
        </p:nvSpPr>
        <p:spPr>
          <a:xfrm>
            <a:off x="0" y="0"/>
            <a:ext cx="11876400" cy="683748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040" cy="672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" name="CustomShape 2"/>
          <p:cNvSpPr/>
          <p:nvPr/>
        </p:nvSpPr>
        <p:spPr>
          <a:xfrm>
            <a:off x="0" y="474480"/>
            <a:ext cx="140040" cy="20462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89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400" cy="683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" name="CustomShape 1"/>
          <p:cNvSpPr/>
          <p:nvPr/>
        </p:nvSpPr>
        <p:spPr>
          <a:xfrm>
            <a:off x="0" y="0"/>
            <a:ext cx="11876400" cy="683748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9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040" cy="672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" name="CustomShape 2"/>
          <p:cNvSpPr/>
          <p:nvPr/>
        </p:nvSpPr>
        <p:spPr>
          <a:xfrm>
            <a:off x="0" y="474480"/>
            <a:ext cx="140040" cy="20462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400" cy="683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" name="CustomShape 1"/>
          <p:cNvSpPr/>
          <p:nvPr/>
        </p:nvSpPr>
        <p:spPr>
          <a:xfrm>
            <a:off x="0" y="0"/>
            <a:ext cx="11876400" cy="683748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4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040" cy="672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" name="CustomShape 2"/>
          <p:cNvSpPr/>
          <p:nvPr/>
        </p:nvSpPr>
        <p:spPr>
          <a:xfrm>
            <a:off x="0" y="474480"/>
            <a:ext cx="140040" cy="20462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4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400" cy="683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9" name="CustomShape 1"/>
          <p:cNvSpPr/>
          <p:nvPr/>
        </p:nvSpPr>
        <p:spPr>
          <a:xfrm>
            <a:off x="0" y="0"/>
            <a:ext cx="11876400" cy="683748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0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040" cy="672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1" name="CustomShape 2"/>
          <p:cNvSpPr/>
          <p:nvPr/>
        </p:nvSpPr>
        <p:spPr>
          <a:xfrm>
            <a:off x="0" y="474480"/>
            <a:ext cx="140040" cy="20462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6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6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400" cy="683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" name="CustomShape 1"/>
          <p:cNvSpPr/>
          <p:nvPr/>
        </p:nvSpPr>
        <p:spPr>
          <a:xfrm>
            <a:off x="0" y="0"/>
            <a:ext cx="11876400" cy="683748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7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040" cy="672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" name="CustomShape 2"/>
          <p:cNvSpPr/>
          <p:nvPr/>
        </p:nvSpPr>
        <p:spPr>
          <a:xfrm>
            <a:off x="0" y="474480"/>
            <a:ext cx="140040" cy="20462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0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400" cy="683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" name="CustomShape 1"/>
          <p:cNvSpPr/>
          <p:nvPr/>
        </p:nvSpPr>
        <p:spPr>
          <a:xfrm>
            <a:off x="0" y="0"/>
            <a:ext cx="11876400" cy="683748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2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040" cy="672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" name="CustomShape 2"/>
          <p:cNvSpPr/>
          <p:nvPr/>
        </p:nvSpPr>
        <p:spPr>
          <a:xfrm>
            <a:off x="0" y="474480"/>
            <a:ext cx="140040" cy="20462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Обычный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CustomShape 1"/>
          <p:cNvSpPr/>
          <p:nvPr/>
        </p:nvSpPr>
        <p:spPr>
          <a:xfrm>
            <a:off x="0" y="233640"/>
            <a:ext cx="233640" cy="23904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CustomShape 2"/>
          <p:cNvSpPr/>
          <p:nvPr/>
        </p:nvSpPr>
        <p:spPr>
          <a:xfrm>
            <a:off x="11272680" y="6412320"/>
            <a:ext cx="589320" cy="20916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5E3BE595-2A79-4524-AF2F-D49867AA4390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6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760" cy="43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6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Обычный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CustomShape 1"/>
          <p:cNvSpPr/>
          <p:nvPr/>
        </p:nvSpPr>
        <p:spPr>
          <a:xfrm>
            <a:off x="0" y="233640"/>
            <a:ext cx="233640" cy="23904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CustomShape 2"/>
          <p:cNvSpPr/>
          <p:nvPr/>
        </p:nvSpPr>
        <p:spPr>
          <a:xfrm>
            <a:off x="11272680" y="6412320"/>
            <a:ext cx="589320" cy="20916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265FD40C-1F3D-4EC2-A62A-1A4AAA519C05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3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760" cy="43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4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Обычный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CustomShape 1"/>
          <p:cNvSpPr/>
          <p:nvPr/>
        </p:nvSpPr>
        <p:spPr>
          <a:xfrm>
            <a:off x="0" y="233640"/>
            <a:ext cx="233640" cy="23904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CustomShape 2"/>
          <p:cNvSpPr/>
          <p:nvPr/>
        </p:nvSpPr>
        <p:spPr>
          <a:xfrm>
            <a:off x="11272680" y="6412320"/>
            <a:ext cx="589320" cy="20916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03840199-203E-4033-90C9-F0A726118E5C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0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760" cy="43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4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4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Обычный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CustomShape 1"/>
          <p:cNvSpPr/>
          <p:nvPr/>
        </p:nvSpPr>
        <p:spPr>
          <a:xfrm>
            <a:off x="0" y="233640"/>
            <a:ext cx="233640" cy="23904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CustomShape 2"/>
          <p:cNvSpPr/>
          <p:nvPr/>
        </p:nvSpPr>
        <p:spPr>
          <a:xfrm>
            <a:off x="11272680" y="6412320"/>
            <a:ext cx="589320" cy="20916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E946B29B-A4B8-4F4F-8C25-D3A6BFC5FB6B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6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760" cy="43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CustomShape 1"/>
          <p:cNvSpPr/>
          <p:nvPr/>
        </p:nvSpPr>
        <p:spPr>
          <a:xfrm>
            <a:off x="0" y="233640"/>
            <a:ext cx="233640" cy="23904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CustomShape 2"/>
          <p:cNvSpPr/>
          <p:nvPr/>
        </p:nvSpPr>
        <p:spPr>
          <a:xfrm>
            <a:off x="11272680" y="6412320"/>
            <a:ext cx="589320" cy="20916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2426610E-79B3-4FCF-80F4-1A285B2B269B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4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760" cy="43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4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4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8" name=""/>
          <p:cNvPicPr/>
          <p:nvPr/>
        </p:nvPicPr>
        <p:blipFill>
          <a:blip r:embed="rId3"/>
          <a:stretch/>
        </p:blipFill>
        <p:spPr>
          <a:xfrm>
            <a:off x="3453120" y="1600200"/>
            <a:ext cx="4970160" cy="3965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9" name=""/>
          <p:cNvPicPr/>
          <p:nvPr/>
        </p:nvPicPr>
        <p:blipFill>
          <a:blip r:embed="rId4"/>
          <a:stretch/>
        </p:blipFill>
        <p:spPr>
          <a:xfrm>
            <a:off x="3453120" y="1600200"/>
            <a:ext cx="4970160" cy="396540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CustomShape 1"/>
          <p:cNvSpPr/>
          <p:nvPr/>
        </p:nvSpPr>
        <p:spPr>
          <a:xfrm>
            <a:off x="0" y="233640"/>
            <a:ext cx="233640" cy="23904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CustomShape 2"/>
          <p:cNvSpPr/>
          <p:nvPr/>
        </p:nvSpPr>
        <p:spPr>
          <a:xfrm>
            <a:off x="11272680" y="6412320"/>
            <a:ext cx="589320" cy="20916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E916D843-9D02-40DA-91AD-EEBFB8C5B519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2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760" cy="43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89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CustomShape 1"/>
          <p:cNvSpPr/>
          <p:nvPr/>
        </p:nvSpPr>
        <p:spPr>
          <a:xfrm>
            <a:off x="0" y="233640"/>
            <a:ext cx="233640" cy="23904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CustomShape 2"/>
          <p:cNvSpPr/>
          <p:nvPr/>
        </p:nvSpPr>
        <p:spPr>
          <a:xfrm>
            <a:off x="11272680" y="6412320"/>
            <a:ext cx="589320" cy="20916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9411AC2C-7AA4-4DD0-B10D-6F84F840C604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7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760" cy="43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CustomShape 1"/>
          <p:cNvSpPr/>
          <p:nvPr/>
        </p:nvSpPr>
        <p:spPr>
          <a:xfrm>
            <a:off x="0" y="233640"/>
            <a:ext cx="233640" cy="23904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CustomShape 2"/>
          <p:cNvSpPr/>
          <p:nvPr/>
        </p:nvSpPr>
        <p:spPr>
          <a:xfrm>
            <a:off x="11272680" y="6412320"/>
            <a:ext cx="589320" cy="20916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BD04AB2F-6AE6-4DD9-929D-EE5C2032BEA5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1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760" cy="43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4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CustomShape 1"/>
          <p:cNvSpPr/>
          <p:nvPr/>
        </p:nvSpPr>
        <p:spPr>
          <a:xfrm>
            <a:off x="0" y="233640"/>
            <a:ext cx="233640" cy="23904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CustomShape 2"/>
          <p:cNvSpPr/>
          <p:nvPr/>
        </p:nvSpPr>
        <p:spPr>
          <a:xfrm>
            <a:off x="11272680" y="6412320"/>
            <a:ext cx="589320" cy="20916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E5A27038-5281-443B-AD15-7021501C740D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6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760" cy="43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6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6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CustomShape 1"/>
          <p:cNvSpPr/>
          <p:nvPr/>
        </p:nvSpPr>
        <p:spPr>
          <a:xfrm>
            <a:off x="0" y="233640"/>
            <a:ext cx="233640" cy="23904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CustomShape 2"/>
          <p:cNvSpPr/>
          <p:nvPr/>
        </p:nvSpPr>
        <p:spPr>
          <a:xfrm>
            <a:off x="11272680" y="6412320"/>
            <a:ext cx="589320" cy="20916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B5D4BF30-E69E-48BB-BF61-98990BB10385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2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760" cy="43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3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Обычный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CustomShape 1"/>
          <p:cNvSpPr/>
          <p:nvPr/>
        </p:nvSpPr>
        <p:spPr>
          <a:xfrm>
            <a:off x="0" y="233640"/>
            <a:ext cx="233640" cy="23904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CustomShape 2"/>
          <p:cNvSpPr/>
          <p:nvPr/>
        </p:nvSpPr>
        <p:spPr>
          <a:xfrm>
            <a:off x="11272680" y="6412320"/>
            <a:ext cx="589320" cy="20916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5D058F3F-4476-4B17-B150-9863656CEE86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6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760" cy="43884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Обычный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CustomShape 1"/>
          <p:cNvSpPr/>
          <p:nvPr/>
        </p:nvSpPr>
        <p:spPr>
          <a:xfrm>
            <a:off x="0" y="233640"/>
            <a:ext cx="233640" cy="23904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CustomShape 2"/>
          <p:cNvSpPr/>
          <p:nvPr/>
        </p:nvSpPr>
        <p:spPr>
          <a:xfrm>
            <a:off x="11272680" y="6412320"/>
            <a:ext cx="589320" cy="20916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3624B9A9-6935-44C4-88E0-350B122EFDED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9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760" cy="43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0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6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Обычный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080" cy="683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5" name="CustomShape 1"/>
          <p:cNvSpPr/>
          <p:nvPr/>
        </p:nvSpPr>
        <p:spPr>
          <a:xfrm>
            <a:off x="6595560" y="0"/>
            <a:ext cx="5280840" cy="685224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CustomShape 2"/>
          <p:cNvSpPr/>
          <p:nvPr/>
        </p:nvSpPr>
        <p:spPr>
          <a:xfrm>
            <a:off x="0" y="233640"/>
            <a:ext cx="233640" cy="23904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CustomShape 3"/>
          <p:cNvSpPr/>
          <p:nvPr/>
        </p:nvSpPr>
        <p:spPr>
          <a:xfrm>
            <a:off x="11272680" y="6412320"/>
            <a:ext cx="589320" cy="20916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10F75865-0171-4C65-8BCC-BD85DBD0AF1B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8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2760" cy="43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6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Обычный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080" cy="683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4" name="CustomShape 1"/>
          <p:cNvSpPr/>
          <p:nvPr/>
        </p:nvSpPr>
        <p:spPr>
          <a:xfrm>
            <a:off x="6595560" y="0"/>
            <a:ext cx="5280840" cy="685224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CustomShape 2"/>
          <p:cNvSpPr/>
          <p:nvPr/>
        </p:nvSpPr>
        <p:spPr>
          <a:xfrm>
            <a:off x="0" y="233640"/>
            <a:ext cx="233640" cy="23904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CustomShape 3"/>
          <p:cNvSpPr/>
          <p:nvPr/>
        </p:nvSpPr>
        <p:spPr>
          <a:xfrm>
            <a:off x="11272680" y="6412320"/>
            <a:ext cx="589320" cy="20916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2CE71098-DE2F-4E16-B35C-F23F18DC68BF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7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2760" cy="43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6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Обычный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2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080" cy="683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3" name="CustomShape 1"/>
          <p:cNvSpPr/>
          <p:nvPr/>
        </p:nvSpPr>
        <p:spPr>
          <a:xfrm>
            <a:off x="6595560" y="0"/>
            <a:ext cx="5280840" cy="685224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CustomShape 2"/>
          <p:cNvSpPr/>
          <p:nvPr/>
        </p:nvSpPr>
        <p:spPr>
          <a:xfrm>
            <a:off x="0" y="233640"/>
            <a:ext cx="233640" cy="23904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CustomShape 3"/>
          <p:cNvSpPr/>
          <p:nvPr/>
        </p:nvSpPr>
        <p:spPr>
          <a:xfrm>
            <a:off x="11272680" y="6412320"/>
            <a:ext cx="589320" cy="20916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0883596E-3319-44B4-9701-56F0D3B440B3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6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2760" cy="43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4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Обычный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080" cy="683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2" name="CustomShape 1"/>
          <p:cNvSpPr/>
          <p:nvPr/>
        </p:nvSpPr>
        <p:spPr>
          <a:xfrm>
            <a:off x="6595560" y="0"/>
            <a:ext cx="5280840" cy="685224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CustomShape 2"/>
          <p:cNvSpPr/>
          <p:nvPr/>
        </p:nvSpPr>
        <p:spPr>
          <a:xfrm>
            <a:off x="0" y="233640"/>
            <a:ext cx="233640" cy="23904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CustomShape 3"/>
          <p:cNvSpPr/>
          <p:nvPr/>
        </p:nvSpPr>
        <p:spPr>
          <a:xfrm>
            <a:off x="11272680" y="6412320"/>
            <a:ext cx="589320" cy="20916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4A38510B-BB50-4D88-A1DC-62EF42B48265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5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2760" cy="43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4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4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Обычный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9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080" cy="683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0" name="CustomShape 1"/>
          <p:cNvSpPr/>
          <p:nvPr/>
        </p:nvSpPr>
        <p:spPr>
          <a:xfrm>
            <a:off x="6595560" y="0"/>
            <a:ext cx="5280840" cy="685224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CustomShape 2"/>
          <p:cNvSpPr/>
          <p:nvPr/>
        </p:nvSpPr>
        <p:spPr>
          <a:xfrm>
            <a:off x="0" y="233640"/>
            <a:ext cx="233640" cy="23904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CustomShape 3"/>
          <p:cNvSpPr/>
          <p:nvPr/>
        </p:nvSpPr>
        <p:spPr>
          <a:xfrm>
            <a:off x="11272680" y="6412320"/>
            <a:ext cx="589320" cy="20916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D1A2AEC0-B4B4-44C7-898B-0B06A5D1178B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3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2760" cy="43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9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080" cy="683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0" name="CustomShape 1"/>
          <p:cNvSpPr/>
          <p:nvPr/>
        </p:nvSpPr>
        <p:spPr>
          <a:xfrm>
            <a:off x="6595560" y="0"/>
            <a:ext cx="5280840" cy="685224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CustomShape 2"/>
          <p:cNvSpPr/>
          <p:nvPr/>
        </p:nvSpPr>
        <p:spPr>
          <a:xfrm>
            <a:off x="0" y="233640"/>
            <a:ext cx="233640" cy="23904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CustomShape 3"/>
          <p:cNvSpPr/>
          <p:nvPr/>
        </p:nvSpPr>
        <p:spPr>
          <a:xfrm>
            <a:off x="11272680" y="6412320"/>
            <a:ext cx="589320" cy="20916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32AA2D5C-AD75-43A2-B601-E5C78DBFBB33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3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2760" cy="43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4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4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7" name=""/>
          <p:cNvPicPr/>
          <p:nvPr/>
        </p:nvPicPr>
        <p:blipFill>
          <a:blip r:embed="rId4"/>
          <a:stretch/>
        </p:blipFill>
        <p:spPr>
          <a:xfrm>
            <a:off x="3453120" y="1600200"/>
            <a:ext cx="4970160" cy="3965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8" name=""/>
          <p:cNvPicPr/>
          <p:nvPr/>
        </p:nvPicPr>
        <p:blipFill>
          <a:blip r:embed="rId5"/>
          <a:stretch/>
        </p:blipFill>
        <p:spPr>
          <a:xfrm>
            <a:off x="3453120" y="1600200"/>
            <a:ext cx="4970160" cy="396540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080" cy="683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0" name="CustomShape 1"/>
          <p:cNvSpPr/>
          <p:nvPr/>
        </p:nvSpPr>
        <p:spPr>
          <a:xfrm>
            <a:off x="6595560" y="0"/>
            <a:ext cx="5280840" cy="685224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CustomShape 2"/>
          <p:cNvSpPr/>
          <p:nvPr/>
        </p:nvSpPr>
        <p:spPr>
          <a:xfrm>
            <a:off x="0" y="233640"/>
            <a:ext cx="233640" cy="23904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CustomShape 3"/>
          <p:cNvSpPr/>
          <p:nvPr/>
        </p:nvSpPr>
        <p:spPr>
          <a:xfrm>
            <a:off x="11272680" y="6412320"/>
            <a:ext cx="589320" cy="20916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8BBCE7F9-8E47-47AF-878F-5795E1F30BF2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3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2760" cy="43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89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6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080" cy="683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7" name="CustomShape 1"/>
          <p:cNvSpPr/>
          <p:nvPr/>
        </p:nvSpPr>
        <p:spPr>
          <a:xfrm>
            <a:off x="6595560" y="0"/>
            <a:ext cx="5280840" cy="685224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CustomShape 2"/>
          <p:cNvSpPr/>
          <p:nvPr/>
        </p:nvSpPr>
        <p:spPr>
          <a:xfrm>
            <a:off x="0" y="233640"/>
            <a:ext cx="233640" cy="23904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CustomShape 3"/>
          <p:cNvSpPr/>
          <p:nvPr/>
        </p:nvSpPr>
        <p:spPr>
          <a:xfrm>
            <a:off x="11272680" y="6412320"/>
            <a:ext cx="589320" cy="20916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36C72064-9353-4EE9-8C87-91E0915E5C1D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0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2760" cy="43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1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2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080" cy="683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3" name="CustomShape 1"/>
          <p:cNvSpPr/>
          <p:nvPr/>
        </p:nvSpPr>
        <p:spPr>
          <a:xfrm>
            <a:off x="6595560" y="0"/>
            <a:ext cx="5280840" cy="685224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CustomShape 2"/>
          <p:cNvSpPr/>
          <p:nvPr/>
        </p:nvSpPr>
        <p:spPr>
          <a:xfrm>
            <a:off x="0" y="233640"/>
            <a:ext cx="233640" cy="23904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CustomShape 3"/>
          <p:cNvSpPr/>
          <p:nvPr/>
        </p:nvSpPr>
        <p:spPr>
          <a:xfrm>
            <a:off x="11272680" y="6412320"/>
            <a:ext cx="589320" cy="20916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40F93C9D-76A5-46C3-ACB2-A83EFBAD8BE8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6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2760" cy="43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4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9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080" cy="683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0" name="CustomShape 1"/>
          <p:cNvSpPr/>
          <p:nvPr/>
        </p:nvSpPr>
        <p:spPr>
          <a:xfrm>
            <a:off x="6595560" y="0"/>
            <a:ext cx="5280840" cy="685224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CustomShape 2"/>
          <p:cNvSpPr/>
          <p:nvPr/>
        </p:nvSpPr>
        <p:spPr>
          <a:xfrm>
            <a:off x="0" y="233640"/>
            <a:ext cx="233640" cy="23904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CustomShape 3"/>
          <p:cNvSpPr/>
          <p:nvPr/>
        </p:nvSpPr>
        <p:spPr>
          <a:xfrm>
            <a:off x="11272680" y="6412320"/>
            <a:ext cx="589320" cy="20916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E84E168D-AF5F-4927-8DD0-F8A29FEF9C8F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3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2760" cy="43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6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6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7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080" cy="683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8" name="CustomShape 1"/>
          <p:cNvSpPr/>
          <p:nvPr/>
        </p:nvSpPr>
        <p:spPr>
          <a:xfrm>
            <a:off x="6595560" y="0"/>
            <a:ext cx="5280840" cy="685224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CustomShape 2"/>
          <p:cNvSpPr/>
          <p:nvPr/>
        </p:nvSpPr>
        <p:spPr>
          <a:xfrm>
            <a:off x="0" y="233640"/>
            <a:ext cx="233640" cy="23904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CustomShape 3"/>
          <p:cNvSpPr/>
          <p:nvPr/>
        </p:nvSpPr>
        <p:spPr>
          <a:xfrm>
            <a:off x="11272680" y="6412320"/>
            <a:ext cx="589320" cy="20916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B354D4D0-C8A4-4D8B-84A1-D076CA5CCDC9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1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2760" cy="43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Обычный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3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080" cy="683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4" name="CustomShape 1"/>
          <p:cNvSpPr/>
          <p:nvPr/>
        </p:nvSpPr>
        <p:spPr>
          <a:xfrm>
            <a:off x="6595560" y="0"/>
            <a:ext cx="5280840" cy="685224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CustomShape 2"/>
          <p:cNvSpPr/>
          <p:nvPr/>
        </p:nvSpPr>
        <p:spPr>
          <a:xfrm>
            <a:off x="0" y="233640"/>
            <a:ext cx="233640" cy="23904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CustomShape 3"/>
          <p:cNvSpPr/>
          <p:nvPr/>
        </p:nvSpPr>
        <p:spPr>
          <a:xfrm>
            <a:off x="11272680" y="6412320"/>
            <a:ext cx="589320" cy="20916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24F00D83-EE0B-41E1-8289-E83C2E754956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7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2760" cy="43884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Обычный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CustomShape 1"/>
          <p:cNvSpPr/>
          <p:nvPr/>
        </p:nvSpPr>
        <p:spPr>
          <a:xfrm>
            <a:off x="0" y="233640"/>
            <a:ext cx="233640" cy="23904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CustomShape 2"/>
          <p:cNvSpPr/>
          <p:nvPr/>
        </p:nvSpPr>
        <p:spPr>
          <a:xfrm>
            <a:off x="11272680" y="6412320"/>
            <a:ext cx="589320" cy="20916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F957B894-C399-4FBA-A197-4B1200A3F229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0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760" cy="43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1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6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Обычный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CustomShape 1"/>
          <p:cNvSpPr/>
          <p:nvPr/>
        </p:nvSpPr>
        <p:spPr>
          <a:xfrm>
            <a:off x="0" y="233640"/>
            <a:ext cx="233640" cy="23904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CustomShape 2"/>
          <p:cNvSpPr/>
          <p:nvPr/>
        </p:nvSpPr>
        <p:spPr>
          <a:xfrm>
            <a:off x="11272680" y="6412320"/>
            <a:ext cx="589320" cy="20916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484CA9F4-FC76-4129-9EA6-417842F57E67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7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760" cy="43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6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Обычный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CustomShape 1"/>
          <p:cNvSpPr/>
          <p:nvPr/>
        </p:nvSpPr>
        <p:spPr>
          <a:xfrm>
            <a:off x="0" y="233640"/>
            <a:ext cx="233640" cy="23904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CustomShape 2"/>
          <p:cNvSpPr/>
          <p:nvPr/>
        </p:nvSpPr>
        <p:spPr>
          <a:xfrm>
            <a:off x="11272680" y="6412320"/>
            <a:ext cx="589320" cy="20916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EB9FF84A-24E5-4F83-B999-9185736EA17C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4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760" cy="43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4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Обычный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CustomShape 1"/>
          <p:cNvSpPr/>
          <p:nvPr/>
        </p:nvSpPr>
        <p:spPr>
          <a:xfrm>
            <a:off x="0" y="233640"/>
            <a:ext cx="233640" cy="23904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CustomShape 2"/>
          <p:cNvSpPr/>
          <p:nvPr/>
        </p:nvSpPr>
        <p:spPr>
          <a:xfrm>
            <a:off x="11272680" y="6412320"/>
            <a:ext cx="589320" cy="20916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C6BFB44E-D8CA-4FA6-A72F-6175B3436F7C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1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760" cy="43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4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4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Обычный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CustomShape 1"/>
          <p:cNvSpPr/>
          <p:nvPr/>
        </p:nvSpPr>
        <p:spPr>
          <a:xfrm>
            <a:off x="0" y="233640"/>
            <a:ext cx="233640" cy="23904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CustomShape 2"/>
          <p:cNvSpPr/>
          <p:nvPr/>
        </p:nvSpPr>
        <p:spPr>
          <a:xfrm>
            <a:off x="11272680" y="6412320"/>
            <a:ext cx="589320" cy="20916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873DE7A1-9AB6-4AAF-9CD5-C3BE436ECD9C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7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760" cy="43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2_Обычный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CustomShape 1"/>
          <p:cNvSpPr/>
          <p:nvPr/>
        </p:nvSpPr>
        <p:spPr>
          <a:xfrm>
            <a:off x="0" y="233640"/>
            <a:ext cx="233640" cy="23904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CustomShape 2"/>
          <p:cNvSpPr/>
          <p:nvPr/>
        </p:nvSpPr>
        <p:spPr>
          <a:xfrm>
            <a:off x="11272680" y="6412320"/>
            <a:ext cx="589320" cy="20916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2582C16F-A2D2-4353-818A-B02874580965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5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760" cy="43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6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89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CustomShape 1"/>
          <p:cNvSpPr/>
          <p:nvPr/>
        </p:nvSpPr>
        <p:spPr>
          <a:xfrm>
            <a:off x="0" y="233640"/>
            <a:ext cx="233640" cy="23904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CustomShape 2"/>
          <p:cNvSpPr/>
          <p:nvPr/>
        </p:nvSpPr>
        <p:spPr>
          <a:xfrm>
            <a:off x="11272680" y="6412320"/>
            <a:ext cx="589320" cy="20916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BCAB0E38-CD67-43F0-9A75-4B3CF7D811F2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90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760" cy="43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1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4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4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94" name=""/>
          <p:cNvPicPr/>
          <p:nvPr/>
        </p:nvPicPr>
        <p:blipFill>
          <a:blip r:embed="rId3"/>
          <a:stretch/>
        </p:blipFill>
        <p:spPr>
          <a:xfrm>
            <a:off x="3453120" y="1600200"/>
            <a:ext cx="4970160" cy="3965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95" name=""/>
          <p:cNvPicPr/>
          <p:nvPr/>
        </p:nvPicPr>
        <p:blipFill>
          <a:blip r:embed="rId4"/>
          <a:stretch/>
        </p:blipFill>
        <p:spPr>
          <a:xfrm>
            <a:off x="3453120" y="1600200"/>
            <a:ext cx="4970160" cy="396540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CustomShape 1"/>
          <p:cNvSpPr/>
          <p:nvPr/>
        </p:nvSpPr>
        <p:spPr>
          <a:xfrm>
            <a:off x="0" y="233640"/>
            <a:ext cx="233640" cy="23904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CustomShape 2"/>
          <p:cNvSpPr/>
          <p:nvPr/>
        </p:nvSpPr>
        <p:spPr>
          <a:xfrm>
            <a:off x="11272680" y="6412320"/>
            <a:ext cx="589320" cy="20916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C5DBE08E-46DD-4E7A-B152-A1B40E8805B8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98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760" cy="43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9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89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CustomShape 1"/>
          <p:cNvSpPr/>
          <p:nvPr/>
        </p:nvSpPr>
        <p:spPr>
          <a:xfrm>
            <a:off x="0" y="233640"/>
            <a:ext cx="233640" cy="23904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CustomShape 2"/>
          <p:cNvSpPr/>
          <p:nvPr/>
        </p:nvSpPr>
        <p:spPr>
          <a:xfrm>
            <a:off x="11272680" y="6412320"/>
            <a:ext cx="589320" cy="20916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00B386D5-7A46-42CD-AC97-87A936801EB1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03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760" cy="43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CustomShape 1"/>
          <p:cNvSpPr/>
          <p:nvPr/>
        </p:nvSpPr>
        <p:spPr>
          <a:xfrm>
            <a:off x="0" y="233640"/>
            <a:ext cx="233640" cy="23904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CustomShape 2"/>
          <p:cNvSpPr/>
          <p:nvPr/>
        </p:nvSpPr>
        <p:spPr>
          <a:xfrm>
            <a:off x="11272680" y="6412320"/>
            <a:ext cx="589320" cy="20916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CA44F22E-631E-4544-B575-B40E89076AC5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07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760" cy="43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4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Обычный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CustomShape 1"/>
          <p:cNvSpPr/>
          <p:nvPr/>
        </p:nvSpPr>
        <p:spPr>
          <a:xfrm>
            <a:off x="0" y="233640"/>
            <a:ext cx="233640" cy="23904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CustomShape 2"/>
          <p:cNvSpPr/>
          <p:nvPr/>
        </p:nvSpPr>
        <p:spPr>
          <a:xfrm>
            <a:off x="11272680" y="6412320"/>
            <a:ext cx="589320" cy="20916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9D158F70-C3F1-42BA-9BA8-DA8455A181BC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2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760" cy="43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3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89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CustomShape 1"/>
          <p:cNvSpPr/>
          <p:nvPr/>
        </p:nvSpPr>
        <p:spPr>
          <a:xfrm>
            <a:off x="0" y="233640"/>
            <a:ext cx="233640" cy="23904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CustomShape 2"/>
          <p:cNvSpPr/>
          <p:nvPr/>
        </p:nvSpPr>
        <p:spPr>
          <a:xfrm>
            <a:off x="11272680" y="6412320"/>
            <a:ext cx="589320" cy="20916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D026D14D-25EF-4825-8269-285567EDA2FD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7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760" cy="43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6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6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CustomShape 1"/>
          <p:cNvSpPr/>
          <p:nvPr/>
        </p:nvSpPr>
        <p:spPr>
          <a:xfrm>
            <a:off x="0" y="233640"/>
            <a:ext cx="233640" cy="23904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CustomShape 2"/>
          <p:cNvSpPr/>
          <p:nvPr/>
        </p:nvSpPr>
        <p:spPr>
          <a:xfrm>
            <a:off x="11272680" y="6412320"/>
            <a:ext cx="589320" cy="20916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08E8A32A-041D-4DFD-BD71-C244887550B6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3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760" cy="43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Обычный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CustomShape 1"/>
          <p:cNvSpPr/>
          <p:nvPr/>
        </p:nvSpPr>
        <p:spPr>
          <a:xfrm>
            <a:off x="0" y="233640"/>
            <a:ext cx="233640" cy="23904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CustomShape 2"/>
          <p:cNvSpPr/>
          <p:nvPr/>
        </p:nvSpPr>
        <p:spPr>
          <a:xfrm>
            <a:off x="11272680" y="6412320"/>
            <a:ext cx="589320" cy="20916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8997F6E6-2104-470C-8A92-D15DD2E9EB17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7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760" cy="43884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Обычный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8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8960" cy="683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9" name="CustomShape 1"/>
          <p:cNvSpPr/>
          <p:nvPr/>
        </p:nvSpPr>
        <p:spPr>
          <a:xfrm>
            <a:off x="6706800" y="0"/>
            <a:ext cx="5169600" cy="685224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CustomShape 2"/>
          <p:cNvSpPr/>
          <p:nvPr/>
        </p:nvSpPr>
        <p:spPr>
          <a:xfrm>
            <a:off x="0" y="2273040"/>
            <a:ext cx="131760" cy="220068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5880" tIns="45000" rIns="6588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1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4760" cy="281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6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Обычный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6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8960" cy="683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7" name="CustomShape 1"/>
          <p:cNvSpPr/>
          <p:nvPr/>
        </p:nvSpPr>
        <p:spPr>
          <a:xfrm>
            <a:off x="6706800" y="0"/>
            <a:ext cx="5169600" cy="685224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CustomShape 2"/>
          <p:cNvSpPr/>
          <p:nvPr/>
        </p:nvSpPr>
        <p:spPr>
          <a:xfrm>
            <a:off x="0" y="2273040"/>
            <a:ext cx="131760" cy="220068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5880" tIns="45000" rIns="6588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9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4760" cy="281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0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6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Обычный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4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8960" cy="683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5" name="CustomShape 1"/>
          <p:cNvSpPr/>
          <p:nvPr/>
        </p:nvSpPr>
        <p:spPr>
          <a:xfrm>
            <a:off x="6706800" y="0"/>
            <a:ext cx="5169600" cy="685224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CustomShape 2"/>
          <p:cNvSpPr/>
          <p:nvPr/>
        </p:nvSpPr>
        <p:spPr>
          <a:xfrm>
            <a:off x="0" y="2273040"/>
            <a:ext cx="131760" cy="220068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5880" tIns="45000" rIns="6588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7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4760" cy="281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4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Обычный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2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8960" cy="683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3" name="CustomShape 1"/>
          <p:cNvSpPr/>
          <p:nvPr/>
        </p:nvSpPr>
        <p:spPr>
          <a:xfrm>
            <a:off x="6706800" y="0"/>
            <a:ext cx="5169600" cy="685224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CustomShape 2"/>
          <p:cNvSpPr/>
          <p:nvPr/>
        </p:nvSpPr>
        <p:spPr>
          <a:xfrm>
            <a:off x="0" y="2273040"/>
            <a:ext cx="131760" cy="220068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5880" tIns="45000" rIns="6588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5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4760" cy="281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4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4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Обычный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9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8960" cy="683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0" name="CustomShape 1"/>
          <p:cNvSpPr/>
          <p:nvPr/>
        </p:nvSpPr>
        <p:spPr>
          <a:xfrm>
            <a:off x="6706800" y="0"/>
            <a:ext cx="5169600" cy="685224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CustomShape 2"/>
          <p:cNvSpPr/>
          <p:nvPr/>
        </p:nvSpPr>
        <p:spPr>
          <a:xfrm>
            <a:off x="0" y="2273040"/>
            <a:ext cx="131760" cy="220068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5880" tIns="45000" rIns="6588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62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4760" cy="281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3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8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8960" cy="683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9" name="CustomShape 1"/>
          <p:cNvSpPr/>
          <p:nvPr/>
        </p:nvSpPr>
        <p:spPr>
          <a:xfrm>
            <a:off x="6706800" y="0"/>
            <a:ext cx="5169600" cy="685224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CustomShape 2"/>
          <p:cNvSpPr/>
          <p:nvPr/>
        </p:nvSpPr>
        <p:spPr>
          <a:xfrm>
            <a:off x="0" y="2273040"/>
            <a:ext cx="131760" cy="220068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5880" tIns="45000" rIns="6588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71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4760" cy="281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4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4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75" name=""/>
          <p:cNvPicPr/>
          <p:nvPr/>
        </p:nvPicPr>
        <p:blipFill>
          <a:blip r:embed="rId4"/>
          <a:stretch/>
        </p:blipFill>
        <p:spPr>
          <a:xfrm>
            <a:off x="3453120" y="1600200"/>
            <a:ext cx="4970160" cy="3965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6" name=""/>
          <p:cNvPicPr/>
          <p:nvPr/>
        </p:nvPicPr>
        <p:blipFill>
          <a:blip r:embed="rId5"/>
          <a:stretch/>
        </p:blipFill>
        <p:spPr>
          <a:xfrm>
            <a:off x="3453120" y="1600200"/>
            <a:ext cx="4970160" cy="396540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7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8960" cy="683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8" name="CustomShape 1"/>
          <p:cNvSpPr/>
          <p:nvPr/>
        </p:nvSpPr>
        <p:spPr>
          <a:xfrm>
            <a:off x="6706800" y="0"/>
            <a:ext cx="5169600" cy="685224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CustomShape 2"/>
          <p:cNvSpPr/>
          <p:nvPr/>
        </p:nvSpPr>
        <p:spPr>
          <a:xfrm>
            <a:off x="0" y="2273040"/>
            <a:ext cx="131760" cy="220068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5880" tIns="45000" rIns="6588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80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4760" cy="281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1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89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3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8960" cy="683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4" name="CustomShape 1"/>
          <p:cNvSpPr/>
          <p:nvPr/>
        </p:nvSpPr>
        <p:spPr>
          <a:xfrm>
            <a:off x="6706800" y="0"/>
            <a:ext cx="5169600" cy="685224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CustomShape 2"/>
          <p:cNvSpPr/>
          <p:nvPr/>
        </p:nvSpPr>
        <p:spPr>
          <a:xfrm>
            <a:off x="0" y="2273040"/>
            <a:ext cx="131760" cy="220068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5880" tIns="45000" rIns="6588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86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4760" cy="281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8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8960" cy="683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9" name="CustomShape 1"/>
          <p:cNvSpPr/>
          <p:nvPr/>
        </p:nvSpPr>
        <p:spPr>
          <a:xfrm>
            <a:off x="6706800" y="0"/>
            <a:ext cx="5169600" cy="685224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CustomShape 2"/>
          <p:cNvSpPr/>
          <p:nvPr/>
        </p:nvSpPr>
        <p:spPr>
          <a:xfrm>
            <a:off x="0" y="2273040"/>
            <a:ext cx="131760" cy="220068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5880" tIns="45000" rIns="6588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1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4760" cy="281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4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4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8960" cy="683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5" name="CustomShape 1"/>
          <p:cNvSpPr/>
          <p:nvPr/>
        </p:nvSpPr>
        <p:spPr>
          <a:xfrm>
            <a:off x="6706800" y="0"/>
            <a:ext cx="5169600" cy="685224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CustomShape 2"/>
          <p:cNvSpPr/>
          <p:nvPr/>
        </p:nvSpPr>
        <p:spPr>
          <a:xfrm>
            <a:off x="0" y="2273040"/>
            <a:ext cx="131760" cy="220068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5880" tIns="45000" rIns="6588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7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4760" cy="281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6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6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1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8960" cy="683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2" name="CustomShape 1"/>
          <p:cNvSpPr/>
          <p:nvPr/>
        </p:nvSpPr>
        <p:spPr>
          <a:xfrm>
            <a:off x="6706800" y="0"/>
            <a:ext cx="5169600" cy="685224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CustomShape 2"/>
          <p:cNvSpPr/>
          <p:nvPr/>
        </p:nvSpPr>
        <p:spPr>
          <a:xfrm>
            <a:off x="0" y="2273040"/>
            <a:ext cx="131760" cy="220068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5880" tIns="45000" rIns="6588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4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4760" cy="281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Обычный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6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8960" cy="683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7" name="CustomShape 1"/>
          <p:cNvSpPr/>
          <p:nvPr/>
        </p:nvSpPr>
        <p:spPr>
          <a:xfrm>
            <a:off x="6706800" y="0"/>
            <a:ext cx="5169600" cy="685224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CustomShape 2"/>
          <p:cNvSpPr/>
          <p:nvPr/>
        </p:nvSpPr>
        <p:spPr>
          <a:xfrm>
            <a:off x="0" y="2273040"/>
            <a:ext cx="131760" cy="220068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5880" tIns="45000" rIns="6588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9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4760" cy="28116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0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400" cy="683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1" name="CustomShape 1"/>
          <p:cNvSpPr/>
          <p:nvPr/>
        </p:nvSpPr>
        <p:spPr>
          <a:xfrm>
            <a:off x="0" y="0"/>
            <a:ext cx="11876400" cy="683748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CustomShape 2"/>
          <p:cNvSpPr/>
          <p:nvPr/>
        </p:nvSpPr>
        <p:spPr>
          <a:xfrm>
            <a:off x="0" y="607320"/>
            <a:ext cx="151200" cy="11775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600" tIns="45000" rIns="756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3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040" cy="672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4" name="CustomShape 3"/>
          <p:cNvSpPr/>
          <p:nvPr/>
        </p:nvSpPr>
        <p:spPr>
          <a:xfrm>
            <a:off x="3522600" y="6050160"/>
            <a:ext cx="165996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CustomShape 4"/>
          <p:cNvSpPr/>
          <p:nvPr/>
        </p:nvSpPr>
        <p:spPr>
          <a:xfrm>
            <a:off x="6052320" y="6050160"/>
            <a:ext cx="203580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CustomShape 5"/>
          <p:cNvSpPr/>
          <p:nvPr/>
        </p:nvSpPr>
        <p:spPr>
          <a:xfrm>
            <a:off x="5714640" y="6022440"/>
            <a:ext cx="231120" cy="23652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7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6880" cy="9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8" name="CustomShape 6"/>
          <p:cNvSpPr/>
          <p:nvPr/>
        </p:nvSpPr>
        <p:spPr>
          <a:xfrm>
            <a:off x="3488040" y="6346800"/>
            <a:ext cx="203580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CustomShape 7"/>
          <p:cNvSpPr/>
          <p:nvPr/>
        </p:nvSpPr>
        <p:spPr>
          <a:xfrm>
            <a:off x="6052320" y="6346800"/>
            <a:ext cx="203580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CustomShape 8"/>
          <p:cNvSpPr/>
          <p:nvPr/>
        </p:nvSpPr>
        <p:spPr>
          <a:xfrm>
            <a:off x="5719320" y="6319080"/>
            <a:ext cx="236520" cy="23652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21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6960" cy="160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22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120" cy="236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23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120" cy="236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4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6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400" cy="683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7" name="CustomShape 1"/>
          <p:cNvSpPr/>
          <p:nvPr/>
        </p:nvSpPr>
        <p:spPr>
          <a:xfrm>
            <a:off x="0" y="0"/>
            <a:ext cx="11876400" cy="683748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CustomShape 2"/>
          <p:cNvSpPr/>
          <p:nvPr/>
        </p:nvSpPr>
        <p:spPr>
          <a:xfrm>
            <a:off x="0" y="607320"/>
            <a:ext cx="151200" cy="11775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600" tIns="45000" rIns="756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29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040" cy="672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0" name="CustomShape 3"/>
          <p:cNvSpPr/>
          <p:nvPr/>
        </p:nvSpPr>
        <p:spPr>
          <a:xfrm>
            <a:off x="3522600" y="6050160"/>
            <a:ext cx="165996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1" name="CustomShape 4"/>
          <p:cNvSpPr/>
          <p:nvPr/>
        </p:nvSpPr>
        <p:spPr>
          <a:xfrm>
            <a:off x="6052320" y="6050160"/>
            <a:ext cx="203580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CustomShape 5"/>
          <p:cNvSpPr/>
          <p:nvPr/>
        </p:nvSpPr>
        <p:spPr>
          <a:xfrm>
            <a:off x="5714640" y="6022440"/>
            <a:ext cx="231120" cy="23652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3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6880" cy="9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4" name="CustomShape 6"/>
          <p:cNvSpPr/>
          <p:nvPr/>
        </p:nvSpPr>
        <p:spPr>
          <a:xfrm>
            <a:off x="3488040" y="6346800"/>
            <a:ext cx="203580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CustomShape 7"/>
          <p:cNvSpPr/>
          <p:nvPr/>
        </p:nvSpPr>
        <p:spPr>
          <a:xfrm>
            <a:off x="6052320" y="6346800"/>
            <a:ext cx="203580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6" name="CustomShape 8"/>
          <p:cNvSpPr/>
          <p:nvPr/>
        </p:nvSpPr>
        <p:spPr>
          <a:xfrm>
            <a:off x="5719320" y="6319080"/>
            <a:ext cx="236520" cy="23652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7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6960" cy="160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38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120" cy="236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39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120" cy="236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0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1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6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2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6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3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400" cy="683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4" name="CustomShape 1"/>
          <p:cNvSpPr/>
          <p:nvPr/>
        </p:nvSpPr>
        <p:spPr>
          <a:xfrm>
            <a:off x="0" y="0"/>
            <a:ext cx="11876400" cy="683748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5" name="CustomShape 2"/>
          <p:cNvSpPr/>
          <p:nvPr/>
        </p:nvSpPr>
        <p:spPr>
          <a:xfrm>
            <a:off x="0" y="607320"/>
            <a:ext cx="151200" cy="11775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600" tIns="45000" rIns="756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46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040" cy="672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7" name="CustomShape 3"/>
          <p:cNvSpPr/>
          <p:nvPr/>
        </p:nvSpPr>
        <p:spPr>
          <a:xfrm>
            <a:off x="3522600" y="6050160"/>
            <a:ext cx="165996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CustomShape 4"/>
          <p:cNvSpPr/>
          <p:nvPr/>
        </p:nvSpPr>
        <p:spPr>
          <a:xfrm>
            <a:off x="6052320" y="6050160"/>
            <a:ext cx="203580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9" name="CustomShape 5"/>
          <p:cNvSpPr/>
          <p:nvPr/>
        </p:nvSpPr>
        <p:spPr>
          <a:xfrm>
            <a:off x="5714640" y="6022440"/>
            <a:ext cx="231120" cy="23652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50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6880" cy="9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1" name="CustomShape 6"/>
          <p:cNvSpPr/>
          <p:nvPr/>
        </p:nvSpPr>
        <p:spPr>
          <a:xfrm>
            <a:off x="3488040" y="6346800"/>
            <a:ext cx="203580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2" name="CustomShape 7"/>
          <p:cNvSpPr/>
          <p:nvPr/>
        </p:nvSpPr>
        <p:spPr>
          <a:xfrm>
            <a:off x="6052320" y="6346800"/>
            <a:ext cx="203580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3" name="CustomShape 8"/>
          <p:cNvSpPr/>
          <p:nvPr/>
        </p:nvSpPr>
        <p:spPr>
          <a:xfrm>
            <a:off x="5719320" y="6319080"/>
            <a:ext cx="236520" cy="23652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54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6960" cy="160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55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120" cy="236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56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120" cy="236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Обычный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8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400" cy="683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9" name="CustomShape 1"/>
          <p:cNvSpPr/>
          <p:nvPr/>
        </p:nvSpPr>
        <p:spPr>
          <a:xfrm>
            <a:off x="0" y="0"/>
            <a:ext cx="11876400" cy="683748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CustomShape 2"/>
          <p:cNvSpPr/>
          <p:nvPr/>
        </p:nvSpPr>
        <p:spPr>
          <a:xfrm>
            <a:off x="0" y="607320"/>
            <a:ext cx="151200" cy="11775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600" tIns="45000" rIns="756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1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040" cy="672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2" name="CustomShape 3"/>
          <p:cNvSpPr/>
          <p:nvPr/>
        </p:nvSpPr>
        <p:spPr>
          <a:xfrm>
            <a:off x="3522600" y="6050160"/>
            <a:ext cx="165996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CustomShape 4"/>
          <p:cNvSpPr/>
          <p:nvPr/>
        </p:nvSpPr>
        <p:spPr>
          <a:xfrm>
            <a:off x="6052320" y="6050160"/>
            <a:ext cx="203580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CustomShape 5"/>
          <p:cNvSpPr/>
          <p:nvPr/>
        </p:nvSpPr>
        <p:spPr>
          <a:xfrm>
            <a:off x="5714640" y="6022440"/>
            <a:ext cx="231120" cy="23652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5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6880" cy="9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6" name="CustomShape 6"/>
          <p:cNvSpPr/>
          <p:nvPr/>
        </p:nvSpPr>
        <p:spPr>
          <a:xfrm>
            <a:off x="3488040" y="6346800"/>
            <a:ext cx="203580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7" name="CustomShape 7"/>
          <p:cNvSpPr/>
          <p:nvPr/>
        </p:nvSpPr>
        <p:spPr>
          <a:xfrm>
            <a:off x="6052320" y="6346800"/>
            <a:ext cx="203580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CustomShape 8"/>
          <p:cNvSpPr/>
          <p:nvPr/>
        </p:nvSpPr>
        <p:spPr>
          <a:xfrm>
            <a:off x="5719320" y="6319080"/>
            <a:ext cx="236520" cy="23652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9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6960" cy="160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70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120" cy="236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71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120" cy="23652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Обычный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2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400" cy="683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3" name="CustomShape 1"/>
          <p:cNvSpPr/>
          <p:nvPr/>
        </p:nvSpPr>
        <p:spPr>
          <a:xfrm>
            <a:off x="0" y="0"/>
            <a:ext cx="11876400" cy="683748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4" name="CustomShape 2"/>
          <p:cNvSpPr/>
          <p:nvPr/>
        </p:nvSpPr>
        <p:spPr>
          <a:xfrm>
            <a:off x="0" y="607320"/>
            <a:ext cx="151200" cy="11775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600" tIns="45000" rIns="756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75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040" cy="672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6" name="CustomShape 3"/>
          <p:cNvSpPr/>
          <p:nvPr/>
        </p:nvSpPr>
        <p:spPr>
          <a:xfrm>
            <a:off x="3522600" y="6050160"/>
            <a:ext cx="165996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7" name="CustomShape 4"/>
          <p:cNvSpPr/>
          <p:nvPr/>
        </p:nvSpPr>
        <p:spPr>
          <a:xfrm>
            <a:off x="6052320" y="6050160"/>
            <a:ext cx="203580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8" name="CustomShape 5"/>
          <p:cNvSpPr/>
          <p:nvPr/>
        </p:nvSpPr>
        <p:spPr>
          <a:xfrm>
            <a:off x="5714640" y="6022440"/>
            <a:ext cx="231120" cy="23652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79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6880" cy="9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0" name="CustomShape 6"/>
          <p:cNvSpPr/>
          <p:nvPr/>
        </p:nvSpPr>
        <p:spPr>
          <a:xfrm>
            <a:off x="3488040" y="6346800"/>
            <a:ext cx="203580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1" name="CustomShape 7"/>
          <p:cNvSpPr/>
          <p:nvPr/>
        </p:nvSpPr>
        <p:spPr>
          <a:xfrm>
            <a:off x="6052320" y="6346800"/>
            <a:ext cx="203580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2" name="CustomShape 8"/>
          <p:cNvSpPr/>
          <p:nvPr/>
        </p:nvSpPr>
        <p:spPr>
          <a:xfrm>
            <a:off x="5719320" y="6319080"/>
            <a:ext cx="236520" cy="23652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83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6960" cy="160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84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120" cy="236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85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120" cy="236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8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9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6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Обычный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0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400" cy="683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1" name="CustomShape 1"/>
          <p:cNvSpPr/>
          <p:nvPr/>
        </p:nvSpPr>
        <p:spPr>
          <a:xfrm>
            <a:off x="0" y="0"/>
            <a:ext cx="11876400" cy="683748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2" name="CustomShape 2"/>
          <p:cNvSpPr/>
          <p:nvPr/>
        </p:nvSpPr>
        <p:spPr>
          <a:xfrm>
            <a:off x="0" y="607320"/>
            <a:ext cx="151200" cy="11775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600" tIns="45000" rIns="756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93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040" cy="672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4" name="CustomShape 3"/>
          <p:cNvSpPr/>
          <p:nvPr/>
        </p:nvSpPr>
        <p:spPr>
          <a:xfrm>
            <a:off x="3522600" y="6050160"/>
            <a:ext cx="165996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5" name="CustomShape 4"/>
          <p:cNvSpPr/>
          <p:nvPr/>
        </p:nvSpPr>
        <p:spPr>
          <a:xfrm>
            <a:off x="6052320" y="6050160"/>
            <a:ext cx="203580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6" name="CustomShape 5"/>
          <p:cNvSpPr/>
          <p:nvPr/>
        </p:nvSpPr>
        <p:spPr>
          <a:xfrm>
            <a:off x="5714640" y="6022440"/>
            <a:ext cx="231120" cy="23652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97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6880" cy="9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8" name="CustomShape 6"/>
          <p:cNvSpPr/>
          <p:nvPr/>
        </p:nvSpPr>
        <p:spPr>
          <a:xfrm>
            <a:off x="3488040" y="6346800"/>
            <a:ext cx="203580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9" name="CustomShape 7"/>
          <p:cNvSpPr/>
          <p:nvPr/>
        </p:nvSpPr>
        <p:spPr>
          <a:xfrm>
            <a:off x="6052320" y="6346800"/>
            <a:ext cx="203580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CustomShape 8"/>
          <p:cNvSpPr/>
          <p:nvPr/>
        </p:nvSpPr>
        <p:spPr>
          <a:xfrm>
            <a:off x="5719320" y="6319080"/>
            <a:ext cx="236520" cy="23652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01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6960" cy="160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2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120" cy="236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3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120" cy="236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5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6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6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7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Обычный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8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400" cy="683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9" name="CustomShape 1"/>
          <p:cNvSpPr/>
          <p:nvPr/>
        </p:nvSpPr>
        <p:spPr>
          <a:xfrm>
            <a:off x="0" y="0"/>
            <a:ext cx="11876400" cy="683748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0" name="CustomShape 2"/>
          <p:cNvSpPr/>
          <p:nvPr/>
        </p:nvSpPr>
        <p:spPr>
          <a:xfrm>
            <a:off x="0" y="607320"/>
            <a:ext cx="151200" cy="11775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600" tIns="45000" rIns="756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11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040" cy="672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2" name="CustomShape 3"/>
          <p:cNvSpPr/>
          <p:nvPr/>
        </p:nvSpPr>
        <p:spPr>
          <a:xfrm>
            <a:off x="3522600" y="6050160"/>
            <a:ext cx="165996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3" name="CustomShape 4"/>
          <p:cNvSpPr/>
          <p:nvPr/>
        </p:nvSpPr>
        <p:spPr>
          <a:xfrm>
            <a:off x="6052320" y="6050160"/>
            <a:ext cx="203580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4" name="CustomShape 5"/>
          <p:cNvSpPr/>
          <p:nvPr/>
        </p:nvSpPr>
        <p:spPr>
          <a:xfrm>
            <a:off x="5714640" y="6022440"/>
            <a:ext cx="231120" cy="23652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15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6880" cy="9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6" name="CustomShape 6"/>
          <p:cNvSpPr/>
          <p:nvPr/>
        </p:nvSpPr>
        <p:spPr>
          <a:xfrm>
            <a:off x="3488040" y="6346800"/>
            <a:ext cx="203580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7" name="CustomShape 7"/>
          <p:cNvSpPr/>
          <p:nvPr/>
        </p:nvSpPr>
        <p:spPr>
          <a:xfrm>
            <a:off x="6052320" y="6346800"/>
            <a:ext cx="203580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8" name="CustomShape 8"/>
          <p:cNvSpPr/>
          <p:nvPr/>
        </p:nvSpPr>
        <p:spPr>
          <a:xfrm>
            <a:off x="5719320" y="6319080"/>
            <a:ext cx="236520" cy="23652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19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6960" cy="160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20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120" cy="236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21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120" cy="236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4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5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4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Обычный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6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400" cy="683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7" name="CustomShape 1"/>
          <p:cNvSpPr/>
          <p:nvPr/>
        </p:nvSpPr>
        <p:spPr>
          <a:xfrm>
            <a:off x="0" y="0"/>
            <a:ext cx="11876400" cy="683748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CustomShape 2"/>
          <p:cNvSpPr/>
          <p:nvPr/>
        </p:nvSpPr>
        <p:spPr>
          <a:xfrm>
            <a:off x="0" y="607320"/>
            <a:ext cx="151200" cy="11775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600" tIns="45000" rIns="756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29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040" cy="672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0" name="CustomShape 3"/>
          <p:cNvSpPr/>
          <p:nvPr/>
        </p:nvSpPr>
        <p:spPr>
          <a:xfrm>
            <a:off x="3522600" y="6050160"/>
            <a:ext cx="165996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1" name="CustomShape 4"/>
          <p:cNvSpPr/>
          <p:nvPr/>
        </p:nvSpPr>
        <p:spPr>
          <a:xfrm>
            <a:off x="6052320" y="6050160"/>
            <a:ext cx="203580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2" name="CustomShape 5"/>
          <p:cNvSpPr/>
          <p:nvPr/>
        </p:nvSpPr>
        <p:spPr>
          <a:xfrm>
            <a:off x="5714640" y="6022440"/>
            <a:ext cx="231120" cy="23652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3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6880" cy="9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4" name="CustomShape 6"/>
          <p:cNvSpPr/>
          <p:nvPr/>
        </p:nvSpPr>
        <p:spPr>
          <a:xfrm>
            <a:off x="3488040" y="6346800"/>
            <a:ext cx="203580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5" name="CustomShape 7"/>
          <p:cNvSpPr/>
          <p:nvPr/>
        </p:nvSpPr>
        <p:spPr>
          <a:xfrm>
            <a:off x="6052320" y="6346800"/>
            <a:ext cx="203580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6" name="CustomShape 8"/>
          <p:cNvSpPr/>
          <p:nvPr/>
        </p:nvSpPr>
        <p:spPr>
          <a:xfrm>
            <a:off x="5719320" y="6319080"/>
            <a:ext cx="236520" cy="23652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7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6960" cy="160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38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120" cy="236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39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120" cy="236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0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1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4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2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4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Обычный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3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400" cy="683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4" name="CustomShape 1"/>
          <p:cNvSpPr/>
          <p:nvPr/>
        </p:nvSpPr>
        <p:spPr>
          <a:xfrm>
            <a:off x="0" y="0"/>
            <a:ext cx="11876400" cy="683748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5" name="CustomShape 2"/>
          <p:cNvSpPr/>
          <p:nvPr/>
        </p:nvSpPr>
        <p:spPr>
          <a:xfrm>
            <a:off x="0" y="607320"/>
            <a:ext cx="151200" cy="11775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600" tIns="45000" rIns="756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46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040" cy="672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7" name="CustomShape 3"/>
          <p:cNvSpPr/>
          <p:nvPr/>
        </p:nvSpPr>
        <p:spPr>
          <a:xfrm>
            <a:off x="3522600" y="6050160"/>
            <a:ext cx="165996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8" name="CustomShape 4"/>
          <p:cNvSpPr/>
          <p:nvPr/>
        </p:nvSpPr>
        <p:spPr>
          <a:xfrm>
            <a:off x="6052320" y="6050160"/>
            <a:ext cx="203580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9" name="CustomShape 5"/>
          <p:cNvSpPr/>
          <p:nvPr/>
        </p:nvSpPr>
        <p:spPr>
          <a:xfrm>
            <a:off x="5714640" y="6022440"/>
            <a:ext cx="231120" cy="23652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50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6880" cy="9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1" name="CustomShape 6"/>
          <p:cNvSpPr/>
          <p:nvPr/>
        </p:nvSpPr>
        <p:spPr>
          <a:xfrm>
            <a:off x="3488040" y="6346800"/>
            <a:ext cx="203580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2" name="CustomShape 7"/>
          <p:cNvSpPr/>
          <p:nvPr/>
        </p:nvSpPr>
        <p:spPr>
          <a:xfrm>
            <a:off x="6052320" y="6346800"/>
            <a:ext cx="203580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3" name="CustomShape 8"/>
          <p:cNvSpPr/>
          <p:nvPr/>
        </p:nvSpPr>
        <p:spPr>
          <a:xfrm>
            <a:off x="5719320" y="6319080"/>
            <a:ext cx="236520" cy="23652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54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6960" cy="160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55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120" cy="236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56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120" cy="236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9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0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1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2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400" cy="683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3" name="CustomShape 1"/>
          <p:cNvSpPr/>
          <p:nvPr/>
        </p:nvSpPr>
        <p:spPr>
          <a:xfrm>
            <a:off x="0" y="0"/>
            <a:ext cx="11876400" cy="683748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4" name="CustomShape 2"/>
          <p:cNvSpPr/>
          <p:nvPr/>
        </p:nvSpPr>
        <p:spPr>
          <a:xfrm>
            <a:off x="0" y="607320"/>
            <a:ext cx="151200" cy="11775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600" tIns="45000" rIns="756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5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040" cy="672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6" name="CustomShape 3"/>
          <p:cNvSpPr/>
          <p:nvPr/>
        </p:nvSpPr>
        <p:spPr>
          <a:xfrm>
            <a:off x="3522600" y="6050160"/>
            <a:ext cx="165996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7" name="CustomShape 4"/>
          <p:cNvSpPr/>
          <p:nvPr/>
        </p:nvSpPr>
        <p:spPr>
          <a:xfrm>
            <a:off x="6052320" y="6050160"/>
            <a:ext cx="203580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8" name="CustomShape 5"/>
          <p:cNvSpPr/>
          <p:nvPr/>
        </p:nvSpPr>
        <p:spPr>
          <a:xfrm>
            <a:off x="5714640" y="6022440"/>
            <a:ext cx="231120" cy="23652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9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6880" cy="9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0" name="CustomShape 6"/>
          <p:cNvSpPr/>
          <p:nvPr/>
        </p:nvSpPr>
        <p:spPr>
          <a:xfrm>
            <a:off x="3488040" y="6346800"/>
            <a:ext cx="203580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1" name="CustomShape 7"/>
          <p:cNvSpPr/>
          <p:nvPr/>
        </p:nvSpPr>
        <p:spPr>
          <a:xfrm>
            <a:off x="6052320" y="6346800"/>
            <a:ext cx="203580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2" name="CustomShape 8"/>
          <p:cNvSpPr/>
          <p:nvPr/>
        </p:nvSpPr>
        <p:spPr>
          <a:xfrm>
            <a:off x="5719320" y="6319080"/>
            <a:ext cx="236520" cy="23652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73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6960" cy="160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74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120" cy="236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75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120" cy="236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4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8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4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79" name=""/>
          <p:cNvPicPr/>
          <p:nvPr/>
        </p:nvPicPr>
        <p:blipFill>
          <a:blip r:embed="rId8"/>
          <a:stretch/>
        </p:blipFill>
        <p:spPr>
          <a:xfrm>
            <a:off x="3453120" y="1600200"/>
            <a:ext cx="4970160" cy="3965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80" name=""/>
          <p:cNvPicPr/>
          <p:nvPr/>
        </p:nvPicPr>
        <p:blipFill>
          <a:blip r:embed="rId9"/>
          <a:stretch/>
        </p:blipFill>
        <p:spPr>
          <a:xfrm>
            <a:off x="3453120" y="1600200"/>
            <a:ext cx="4970160" cy="396540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1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400" cy="683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2" name="CustomShape 1"/>
          <p:cNvSpPr/>
          <p:nvPr/>
        </p:nvSpPr>
        <p:spPr>
          <a:xfrm>
            <a:off x="0" y="0"/>
            <a:ext cx="11876400" cy="683748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3" name="CustomShape 2"/>
          <p:cNvSpPr/>
          <p:nvPr/>
        </p:nvSpPr>
        <p:spPr>
          <a:xfrm>
            <a:off x="0" y="607320"/>
            <a:ext cx="151200" cy="11775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600" tIns="45000" rIns="756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84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040" cy="672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5" name="CustomShape 3"/>
          <p:cNvSpPr/>
          <p:nvPr/>
        </p:nvSpPr>
        <p:spPr>
          <a:xfrm>
            <a:off x="3522600" y="6050160"/>
            <a:ext cx="165996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CustomShape 4"/>
          <p:cNvSpPr/>
          <p:nvPr/>
        </p:nvSpPr>
        <p:spPr>
          <a:xfrm>
            <a:off x="6052320" y="6050160"/>
            <a:ext cx="203580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7" name="CustomShape 5"/>
          <p:cNvSpPr/>
          <p:nvPr/>
        </p:nvSpPr>
        <p:spPr>
          <a:xfrm>
            <a:off x="5714640" y="6022440"/>
            <a:ext cx="231120" cy="23652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88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6880" cy="9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9" name="CustomShape 6"/>
          <p:cNvSpPr/>
          <p:nvPr/>
        </p:nvSpPr>
        <p:spPr>
          <a:xfrm>
            <a:off x="3488040" y="6346800"/>
            <a:ext cx="203580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0" name="CustomShape 7"/>
          <p:cNvSpPr/>
          <p:nvPr/>
        </p:nvSpPr>
        <p:spPr>
          <a:xfrm>
            <a:off x="6052320" y="6346800"/>
            <a:ext cx="203580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1" name="CustomShape 8"/>
          <p:cNvSpPr/>
          <p:nvPr/>
        </p:nvSpPr>
        <p:spPr>
          <a:xfrm>
            <a:off x="5719320" y="6319080"/>
            <a:ext cx="236520" cy="23652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92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6960" cy="160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93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120" cy="236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94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120" cy="23652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5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400" cy="683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6" name="CustomShape 1"/>
          <p:cNvSpPr/>
          <p:nvPr/>
        </p:nvSpPr>
        <p:spPr>
          <a:xfrm>
            <a:off x="0" y="0"/>
            <a:ext cx="11876400" cy="683748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7" name="CustomShape 2"/>
          <p:cNvSpPr/>
          <p:nvPr/>
        </p:nvSpPr>
        <p:spPr>
          <a:xfrm>
            <a:off x="0" y="607320"/>
            <a:ext cx="151200" cy="11775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600" tIns="45000" rIns="756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98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040" cy="672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9" name="CustomShape 3"/>
          <p:cNvSpPr/>
          <p:nvPr/>
        </p:nvSpPr>
        <p:spPr>
          <a:xfrm>
            <a:off x="3522600" y="6050160"/>
            <a:ext cx="165996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0" name="CustomShape 4"/>
          <p:cNvSpPr/>
          <p:nvPr/>
        </p:nvSpPr>
        <p:spPr>
          <a:xfrm>
            <a:off x="6052320" y="6050160"/>
            <a:ext cx="203580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1" name="CustomShape 5"/>
          <p:cNvSpPr/>
          <p:nvPr/>
        </p:nvSpPr>
        <p:spPr>
          <a:xfrm>
            <a:off x="5714640" y="6022440"/>
            <a:ext cx="231120" cy="23652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02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6880" cy="9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3" name="CustomShape 6"/>
          <p:cNvSpPr/>
          <p:nvPr/>
        </p:nvSpPr>
        <p:spPr>
          <a:xfrm>
            <a:off x="3488040" y="6346800"/>
            <a:ext cx="203580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4" name="CustomShape 7"/>
          <p:cNvSpPr/>
          <p:nvPr/>
        </p:nvSpPr>
        <p:spPr>
          <a:xfrm>
            <a:off x="6052320" y="6346800"/>
            <a:ext cx="203580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5" name="CustomShape 8"/>
          <p:cNvSpPr/>
          <p:nvPr/>
        </p:nvSpPr>
        <p:spPr>
          <a:xfrm>
            <a:off x="5719320" y="6319080"/>
            <a:ext cx="236520" cy="23652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06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6960" cy="160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07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120" cy="236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08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120" cy="236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37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9.xml"/><Relationship Id="rId15" Type="http://schemas.openxmlformats.org/officeDocument/2006/relationships/slideLayout" Target="../slideLayouts/slideLayout50.xml"/>
</Relationships>
</file>

<file path=ppt/slideMasters/_rels/slideMaster51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1.xml"/><Relationship Id="rId3" Type="http://schemas.openxmlformats.org/officeDocument/2006/relationships/slideLayout" Target="../slideLayouts/slideLayout52.xml"/><Relationship Id="rId4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4.xml"/><Relationship Id="rId6" Type="http://schemas.openxmlformats.org/officeDocument/2006/relationships/slideLayout" Target="../slideLayouts/slideLayout55.xml"/><Relationship Id="rId7" Type="http://schemas.openxmlformats.org/officeDocument/2006/relationships/slideLayout" Target="../slideLayouts/slideLayout56.xml"/><Relationship Id="rId8" Type="http://schemas.openxmlformats.org/officeDocument/2006/relationships/slideLayout" Target="../slideLayouts/slideLayout57.xml"/><Relationship Id="rId9" Type="http://schemas.openxmlformats.org/officeDocument/2006/relationships/slideLayout" Target="../slideLayouts/slideLayout58.xml"/><Relationship Id="rId10" Type="http://schemas.openxmlformats.org/officeDocument/2006/relationships/slideLayout" Target="../slideLayouts/slideLayout59.xml"/><Relationship Id="rId11" Type="http://schemas.openxmlformats.org/officeDocument/2006/relationships/slideLayout" Target="../slideLayouts/slideLayout60.xml"/><Relationship Id="rId12" Type="http://schemas.openxmlformats.org/officeDocument/2006/relationships/slideLayout" Target="../slideLayouts/slideLayout61.xml"/><Relationship Id="rId13" Type="http://schemas.openxmlformats.org/officeDocument/2006/relationships/slideLayout" Target="../slideLayouts/slideLayout62.xml"/>
</Relationships>
</file>

<file path=ppt/slideMasters/_rels/slideMaster63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3.xml"/><Relationship Id="rId3" Type="http://schemas.openxmlformats.org/officeDocument/2006/relationships/slideLayout" Target="../slideLayouts/slideLayout64.xml"/><Relationship Id="rId4" Type="http://schemas.openxmlformats.org/officeDocument/2006/relationships/slideLayout" Target="../slideLayouts/slideLayout65.xml"/><Relationship Id="rId5" Type="http://schemas.openxmlformats.org/officeDocument/2006/relationships/slideLayout" Target="../slideLayouts/slideLayout66.xml"/><Relationship Id="rId6" Type="http://schemas.openxmlformats.org/officeDocument/2006/relationships/slideLayout" Target="../slideLayouts/slideLayout67.xml"/><Relationship Id="rId7" Type="http://schemas.openxmlformats.org/officeDocument/2006/relationships/slideLayout" Target="../slideLayouts/slideLayout68.xml"/><Relationship Id="rId8" Type="http://schemas.openxmlformats.org/officeDocument/2006/relationships/slideLayout" Target="../slideLayouts/slideLayout69.xml"/><Relationship Id="rId9" Type="http://schemas.openxmlformats.org/officeDocument/2006/relationships/slideLayout" Target="../slideLayouts/slideLayout70.xml"/><Relationship Id="rId10" Type="http://schemas.openxmlformats.org/officeDocument/2006/relationships/slideLayout" Target="../slideLayouts/slideLayout71.xml"/><Relationship Id="rId11" Type="http://schemas.openxmlformats.org/officeDocument/2006/relationships/slideLayout" Target="../slideLayouts/slideLayout72.xml"/><Relationship Id="rId12" Type="http://schemas.openxmlformats.org/officeDocument/2006/relationships/slideLayout" Target="../slideLayouts/slideLayout73.xml"/><Relationship Id="rId13" Type="http://schemas.openxmlformats.org/officeDocument/2006/relationships/slideLayout" Target="../slideLayouts/slideLayout7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3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  <p:sldLayoutId id="2147483700" r:id="rId14"/>
    <p:sldLayoutId id="2147483701" r:id="rId15"/>
  </p:sldLayoutIdLst>
</p:sldMaster>
</file>

<file path=ppt/slideMasters/slideMaster5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03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09" r:id="rId8"/>
    <p:sldLayoutId id="2147483710" r:id="rId9"/>
    <p:sldLayoutId id="2147483711" r:id="rId10"/>
    <p:sldLayoutId id="2147483712" r:id="rId11"/>
    <p:sldLayoutId id="2147483713" r:id="rId12"/>
    <p:sldLayoutId id="2147483714" r:id="rId13"/>
  </p:sldLayoutIdLst>
</p:sldMaster>
</file>

<file path=ppt/slideMasters/slideMaster6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16" r:id="rId2"/>
    <p:sldLayoutId id="2147483717" r:id="rId3"/>
    <p:sldLayoutId id="2147483718" r:id="rId4"/>
    <p:sldLayoutId id="2147483719" r:id="rId5"/>
    <p:sldLayoutId id="2147483720" r:id="rId6"/>
    <p:sldLayoutId id="2147483721" r:id="rId7"/>
    <p:sldLayoutId id="2147483722" r:id="rId8"/>
    <p:sldLayoutId id="2147483723" r:id="rId9"/>
    <p:sldLayoutId id="2147483724" r:id="rId10"/>
    <p:sldLayoutId id="2147483725" r:id="rId11"/>
    <p:sldLayoutId id="2147483726" r:id="rId12"/>
    <p:sldLayoutId id="2147483727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hyperlink" Target="mailto:education@ibs.ru" TargetMode="External"/><Relationship Id="rId3" Type="http://schemas.openxmlformats.org/officeDocument/2006/relationships/image" Target="../media/image14.jpeg"/><Relationship Id="rId4" Type="http://schemas.openxmlformats.org/officeDocument/2006/relationships/slideLayout" Target="../slideLayouts/slideLayout18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4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svg"/><Relationship Id="rId3" Type="http://schemas.openxmlformats.org/officeDocument/2006/relationships/slideLayout" Target="../slideLayouts/slideLayout44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8.svg"/><Relationship Id="rId3" Type="http://schemas.openxmlformats.org/officeDocument/2006/relationships/slideLayout" Target="../slideLayouts/slideLayout4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image" Target="../media/image20.svg"/><Relationship Id="rId3" Type="http://schemas.openxmlformats.org/officeDocument/2006/relationships/slideLayout" Target="../slideLayouts/slideLayout4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22.svg"/><Relationship Id="rId3" Type="http://schemas.openxmlformats.org/officeDocument/2006/relationships/slideLayout" Target="../slideLayouts/slideLayout42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4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4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image" Target="../media/image24.svg"/><Relationship Id="rId3" Type="http://schemas.openxmlformats.org/officeDocument/2006/relationships/slideLayout" Target="../slideLayouts/slideLayout57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image" Target="../media/image26.svg"/><Relationship Id="rId3" Type="http://schemas.openxmlformats.org/officeDocument/2006/relationships/slideLayout" Target="../slideLayouts/slideLayout44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image" Target="../media/image28.svg"/><Relationship Id="rId3" Type="http://schemas.openxmlformats.org/officeDocument/2006/relationships/slideLayout" Target="../slideLayouts/slideLayout47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image" Target="../media/image30.svg"/><Relationship Id="rId3" Type="http://schemas.openxmlformats.org/officeDocument/2006/relationships/slideLayout" Target="../slideLayouts/slideLayout47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7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image" Target="../media/image32.svg"/><Relationship Id="rId3" Type="http://schemas.openxmlformats.org/officeDocument/2006/relationships/slideLayout" Target="../slideLayouts/slideLayout44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2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33.png"/><Relationship Id="rId2" Type="http://schemas.openxmlformats.org/officeDocument/2006/relationships/slideLayout" Target="../slideLayouts/slideLayout7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CustomShape 1"/>
          <p:cNvSpPr/>
          <p:nvPr/>
        </p:nvSpPr>
        <p:spPr>
          <a:xfrm>
            <a:off x="609120" y="2031480"/>
            <a:ext cx="7850520" cy="113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10000"/>
              </a:lnSpc>
            </a:pPr>
            <a:r>
              <a:rPr lang="ru-RU" sz="3640" b="1" u="none" strike="noStrike" cap="all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Почему Java-разработчику следует брать на вооружение Quarkus</a:t>
            </a:r>
            <a:endParaRPr lang="ru-RU" sz="3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1" name="CustomShape 2"/>
          <p:cNvSpPr/>
          <p:nvPr/>
        </p:nvSpPr>
        <p:spPr>
          <a:xfrm>
            <a:off x="609120" y="3528360"/>
            <a:ext cx="7850520" cy="47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34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 июня 2026 г.</a:t>
            </a:r>
            <a:endParaRPr lang="ru-RU" sz="2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CustomShape 1"/>
          <p:cNvSpPr/>
          <p:nvPr/>
        </p:nvSpPr>
        <p:spPr>
          <a:xfrm>
            <a:off x="6757560" y="3566880"/>
            <a:ext cx="111528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3" name="CustomShape 2"/>
          <p:cNvSpPr/>
          <p:nvPr/>
        </p:nvSpPr>
        <p:spPr>
          <a:xfrm>
            <a:off x="6766200" y="483012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4" name="CustomShape 3"/>
          <p:cNvSpPr/>
          <p:nvPr/>
        </p:nvSpPr>
        <p:spPr>
          <a:xfrm>
            <a:off x="6766200" y="5277240"/>
            <a:ext cx="169380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5" name="CustomShape 4"/>
          <p:cNvSpPr/>
          <p:nvPr/>
        </p:nvSpPr>
        <p:spPr>
          <a:xfrm>
            <a:off x="8996760" y="481248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6" name="CustomShape 5"/>
          <p:cNvSpPr/>
          <p:nvPr/>
        </p:nvSpPr>
        <p:spPr>
          <a:xfrm>
            <a:off x="8996760" y="5301720"/>
            <a:ext cx="2224440" cy="50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7" name="CustomShape 6"/>
          <p:cNvSpPr/>
          <p:nvPr/>
        </p:nvSpPr>
        <p:spPr>
          <a:xfrm>
            <a:off x="417240" y="263880"/>
            <a:ext cx="58849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Знакомство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8" name="CustomShape 7"/>
          <p:cNvSpPr/>
          <p:nvPr/>
        </p:nvSpPr>
        <p:spPr>
          <a:xfrm>
            <a:off x="603720" y="735840"/>
            <a:ext cx="588960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Здравствуйте, меня зовут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Константин Чвилёв.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9" name="CustomShape 8"/>
          <p:cNvSpPr/>
          <p:nvPr/>
        </p:nvSpPr>
        <p:spPr>
          <a:xfrm>
            <a:off x="542520" y="1646280"/>
            <a:ext cx="5885280" cy="180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>
              <a:lnSpc>
                <a:spcPct val="130000"/>
              </a:lnSpc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34 года в IT. Программист, руководитель группы разработки, начальник службы автоматизации, наставник. Участвовал в проектировании архитектуры и разработке импортозамещения обработки платежей по банковским картам. Специализируюсь на высоконагруженных микросервисных системах, импортозамещении, асинхронной обработке и облачных решениях. Опыт работы с производством, строительством, зарубежными заказчиками.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20" name="Рисунок 41"/>
          <p:cNvPicPr/>
          <p:nvPr/>
        </p:nvPicPr>
        <p:blipFill>
          <a:blip r:embed="rId1"/>
          <a:stretch/>
        </p:blipFill>
        <p:spPr>
          <a:xfrm>
            <a:off x="7149240" y="834120"/>
            <a:ext cx="4039200" cy="5386320"/>
          </a:xfrm>
          <a:prstGeom prst="rect">
            <a:avLst/>
          </a:prstGeom>
          <a:noFill/>
          <a:ln w="0">
            <a:noFill/>
          </a:ln>
          <a:effectLst>
            <a:reflection algn="bl" blurRad="12700" dir="5400000" dist="5000" endPos="28000" rotWithShape="0" stA="38000" sy="-100000"/>
          </a:effectLst>
        </p:spPr>
      </p:pic>
      <p:sp>
        <p:nvSpPr>
          <p:cNvPr id="621" name="CustomShape 9"/>
          <p:cNvSpPr/>
          <p:nvPr/>
        </p:nvSpPr>
        <p:spPr>
          <a:xfrm>
            <a:off x="542520" y="5337360"/>
            <a:ext cx="4401000" cy="897840"/>
          </a:xfrm>
          <a:prstGeom prst="rect">
            <a:avLst/>
          </a:prstGeom>
          <a:solidFill>
            <a:srgbClr val="F2F2F2"/>
          </a:solidFill>
          <a:ln w="255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2" name="CustomShape 10"/>
          <p:cNvSpPr/>
          <p:nvPr/>
        </p:nvSpPr>
        <p:spPr>
          <a:xfrm>
            <a:off x="750240" y="5449680"/>
            <a:ext cx="4091040" cy="30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Пишите на адрес: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3" name="CustomShape 11"/>
          <p:cNvSpPr/>
          <p:nvPr/>
        </p:nvSpPr>
        <p:spPr>
          <a:xfrm>
            <a:off x="1078200" y="5749560"/>
            <a:ext cx="1677240" cy="30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ru-RU" sz="1400" b="0" u="sng" strike="noStrike">
                <a:solidFill>
                  <a:srgbClr val="0000FF"/>
                </a:solidFill>
                <a:effectLst/>
                <a:uFill>
                  <a:solidFill>
                    <a:srgbClr val="FFFFFF"/>
                  </a:solidFill>
                </a:uFill>
                <a:latin typeface="Arial"/>
                <a:ea typeface="DejaVu Sans"/>
                <a:hlinkClick r:id="rId2"/>
              </a:rPr>
              <a:t>education@ibs.ru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4" name="CustomShape 12"/>
          <p:cNvSpPr/>
          <p:nvPr/>
        </p:nvSpPr>
        <p:spPr>
          <a:xfrm>
            <a:off x="839880" y="5862240"/>
            <a:ext cx="216360" cy="123120"/>
          </a:xfrm>
          <a:custGeom>
            <a:avLst/>
            <a:gdLst>
              <a:gd name="textAreaLeft" fmla="*/ 0 w 216360"/>
              <a:gd name="textAreaRight" fmla="*/ 217800 w 216360"/>
              <a:gd name="textAreaTop" fmla="*/ 0 h 123120"/>
              <a:gd name="textAreaBottom" fmla="*/ 124560 h 123120"/>
            </a:gdLst>
            <a:ahLst/>
            <a:cxnLst/>
            <a:rect l="textAreaLeft" t="textAreaTop" r="textAreaRight" b="textAreaBottom"/>
            <a:pathLst>
              <a:path w="288" h="165">
                <a:moveTo>
                  <a:pt x="1" y="0"/>
                </a:moveTo>
                <a:cubicBezTo>
                  <a:pt x="4" y="2"/>
                  <a:pt x="6" y="3"/>
                  <a:pt x="8" y="4"/>
                </a:cubicBezTo>
                <a:cubicBezTo>
                  <a:pt x="49" y="29"/>
                  <a:pt x="90" y="55"/>
                  <a:pt x="131" y="80"/>
                </a:cubicBezTo>
                <a:cubicBezTo>
                  <a:pt x="133" y="81"/>
                  <a:pt x="135" y="82"/>
                  <a:pt x="137" y="84"/>
                </a:cubicBezTo>
                <a:cubicBezTo>
                  <a:pt x="142" y="87"/>
                  <a:pt x="146" y="86"/>
                  <a:pt x="151" y="84"/>
                </a:cubicBezTo>
                <a:cubicBezTo>
                  <a:pt x="167" y="74"/>
                  <a:pt x="183" y="64"/>
                  <a:pt x="199" y="55"/>
                </a:cubicBezTo>
                <a:cubicBezTo>
                  <a:pt x="226" y="38"/>
                  <a:pt x="253" y="21"/>
                  <a:pt x="280" y="5"/>
                </a:cubicBezTo>
                <a:cubicBezTo>
                  <a:pt x="282" y="4"/>
                  <a:pt x="284" y="2"/>
                  <a:pt x="287" y="0"/>
                </a:cubicBezTo>
                <a:cubicBezTo>
                  <a:pt x="287" y="3"/>
                  <a:pt x="287" y="5"/>
                  <a:pt x="287" y="7"/>
                </a:cubicBezTo>
                <a:cubicBezTo>
                  <a:pt x="287" y="50"/>
                  <a:pt x="287" y="92"/>
                  <a:pt x="287" y="135"/>
                </a:cubicBezTo>
                <a:cubicBezTo>
                  <a:pt x="287" y="140"/>
                  <a:pt x="288" y="146"/>
                  <a:pt x="285" y="151"/>
                </a:cubicBezTo>
                <a:cubicBezTo>
                  <a:pt x="279" y="159"/>
                  <a:pt x="272" y="165"/>
                  <a:pt x="261" y="165"/>
                </a:cubicBezTo>
                <a:cubicBezTo>
                  <a:pt x="201" y="165"/>
                  <a:pt x="141" y="165"/>
                  <a:pt x="80" y="165"/>
                </a:cubicBezTo>
                <a:cubicBezTo>
                  <a:pt x="64" y="165"/>
                  <a:pt x="47" y="165"/>
                  <a:pt x="31" y="165"/>
                </a:cubicBezTo>
                <a:cubicBezTo>
                  <a:pt x="28" y="165"/>
                  <a:pt x="25" y="164"/>
                  <a:pt x="22" y="164"/>
                </a:cubicBezTo>
                <a:cubicBezTo>
                  <a:pt x="10" y="162"/>
                  <a:pt x="1" y="153"/>
                  <a:pt x="1" y="141"/>
                </a:cubicBezTo>
                <a:cubicBezTo>
                  <a:pt x="1" y="96"/>
                  <a:pt x="0" y="50"/>
                  <a:pt x="0" y="4"/>
                </a:cubicBezTo>
                <a:cubicBezTo>
                  <a:pt x="0" y="3"/>
                  <a:pt x="0" y="2"/>
                  <a:pt x="1" y="0"/>
                </a:cubicBezTo>
                <a:close/>
              </a:path>
            </a:pathLst>
          </a:custGeom>
          <a:solidFill>
            <a:srgbClr val="243F9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5" name="CustomShape 13"/>
          <p:cNvSpPr/>
          <p:nvPr/>
        </p:nvSpPr>
        <p:spPr>
          <a:xfrm>
            <a:off x="858960" y="5845320"/>
            <a:ext cx="178200" cy="55440"/>
          </a:xfrm>
          <a:custGeom>
            <a:avLst/>
            <a:gdLst>
              <a:gd name="textAreaLeft" fmla="*/ 0 w 178200"/>
              <a:gd name="textAreaRight" fmla="*/ 179640 w 178200"/>
              <a:gd name="textAreaTop" fmla="*/ 0 h 55440"/>
              <a:gd name="textAreaBottom" fmla="*/ 56880 h 55440"/>
            </a:gdLst>
            <a:ahLst/>
            <a:cxnLst/>
            <a:rect l="textAreaLeft" t="textAreaTop" r="textAreaRight" b="textAreaBottom"/>
            <a:pathLst>
              <a:path w="238" h="76">
                <a:moveTo>
                  <a:pt x="0" y="1"/>
                </a:moveTo>
                <a:cubicBezTo>
                  <a:pt x="79" y="0"/>
                  <a:pt x="159" y="0"/>
                  <a:pt x="238" y="1"/>
                </a:cubicBezTo>
                <a:cubicBezTo>
                  <a:pt x="238" y="2"/>
                  <a:pt x="238" y="2"/>
                  <a:pt x="238" y="2"/>
                </a:cubicBezTo>
                <a:cubicBezTo>
                  <a:pt x="237" y="3"/>
                  <a:pt x="235" y="4"/>
                  <a:pt x="234" y="5"/>
                </a:cubicBezTo>
                <a:cubicBezTo>
                  <a:pt x="197" y="28"/>
                  <a:pt x="160" y="51"/>
                  <a:pt x="123" y="74"/>
                </a:cubicBezTo>
                <a:cubicBezTo>
                  <a:pt x="120" y="76"/>
                  <a:pt x="118" y="76"/>
                  <a:pt x="115" y="74"/>
                </a:cubicBezTo>
                <a:cubicBezTo>
                  <a:pt x="78" y="50"/>
                  <a:pt x="40" y="27"/>
                  <a:pt x="2" y="4"/>
                </a:cubicBezTo>
                <a:cubicBezTo>
                  <a:pt x="2" y="3"/>
                  <a:pt x="1" y="3"/>
                  <a:pt x="0" y="2"/>
                </a:cubicBezTo>
                <a:cubicBezTo>
                  <a:pt x="0" y="2"/>
                  <a:pt x="0" y="2"/>
                  <a:pt x="0" y="1"/>
                </a:cubicBezTo>
                <a:close/>
              </a:path>
            </a:pathLst>
          </a:custGeom>
          <a:solidFill>
            <a:srgbClr val="243F9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9280" tIns="11880" rIns="89280" bIns="1188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6" name="CustomShape 14"/>
          <p:cNvSpPr/>
          <p:nvPr/>
        </p:nvSpPr>
        <p:spPr>
          <a:xfrm>
            <a:off x="3002400" y="5789520"/>
            <a:ext cx="1350720" cy="235800"/>
          </a:xfrm>
          <a:prstGeom prst="roundRect">
            <a:avLst>
              <a:gd name="adj" fmla="val 16667"/>
            </a:avLst>
          </a:prstGeom>
          <a:solidFill>
            <a:srgbClr val="243F90"/>
          </a:solidFill>
          <a:ln w="255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ru-RU" sz="10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ibs-training.ru</a:t>
            </a:r>
            <a:endParaRPr lang="ru-R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7" name="CustomShape 15"/>
          <p:cNvSpPr/>
          <p:nvPr/>
        </p:nvSpPr>
        <p:spPr>
          <a:xfrm>
            <a:off x="8468280" y="3501720"/>
            <a:ext cx="1315440" cy="30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Фото тренера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28" name=""/>
          <p:cNvPicPr/>
          <p:nvPr/>
        </p:nvPicPr>
        <p:blipFill>
          <a:blip r:embed="rId3"/>
          <a:stretch/>
        </p:blipFill>
        <p:spPr>
          <a:xfrm>
            <a:off x="6728400" y="72000"/>
            <a:ext cx="5077080" cy="67028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CustomShape 1"/>
          <p:cNvSpPr/>
          <p:nvPr/>
        </p:nvSpPr>
        <p:spPr>
          <a:xfrm>
            <a:off x="327240" y="720000"/>
            <a:ext cx="5889600" cy="73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Давайте познакомимся!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0" name="CustomShape 2"/>
          <p:cNvSpPr/>
          <p:nvPr/>
        </p:nvSpPr>
        <p:spPr>
          <a:xfrm>
            <a:off x="327240" y="340920"/>
            <a:ext cx="5884920" cy="18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нетворкинг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1" name="CustomShape 3"/>
          <p:cNvSpPr/>
          <p:nvPr/>
        </p:nvSpPr>
        <p:spPr>
          <a:xfrm>
            <a:off x="327240" y="1887840"/>
            <a:ext cx="5132160" cy="165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30000"/>
              </a:lnSpc>
            </a:pPr>
            <a:r>
              <a:rPr lang="ru-RU" sz="2000" b="0" u="none" strike="noStrike" cap="all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Имя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30000"/>
              </a:lnSpc>
            </a:pPr>
            <a:r>
              <a:rPr lang="ru-RU" sz="2000" b="0" u="none" strike="noStrike" cap="all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«Почему я здесь?»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30000"/>
              </a:lnSpc>
            </a:pPr>
            <a:r>
              <a:rPr lang="ru-RU" sz="2000" b="0" u="none" strike="noStrike" cap="all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Ваши ожидания от этого вебинара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CustomShape 1"/>
          <p:cNvSpPr/>
          <p:nvPr/>
        </p:nvSpPr>
        <p:spPr>
          <a:xfrm>
            <a:off x="6757560" y="2544480"/>
            <a:ext cx="15181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3" name="CustomShape 2"/>
          <p:cNvSpPr/>
          <p:nvPr/>
        </p:nvSpPr>
        <p:spPr>
          <a:xfrm>
            <a:off x="6757560" y="3038760"/>
            <a:ext cx="18795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4" name="CustomShape 3"/>
          <p:cNvSpPr/>
          <p:nvPr/>
        </p:nvSpPr>
        <p:spPr>
          <a:xfrm>
            <a:off x="6757560" y="3566880"/>
            <a:ext cx="111528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5" name="CustomShape 4"/>
          <p:cNvSpPr/>
          <p:nvPr/>
        </p:nvSpPr>
        <p:spPr>
          <a:xfrm>
            <a:off x="6757560" y="4061160"/>
            <a:ext cx="1879560" cy="50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6" name="CustomShape 5"/>
          <p:cNvSpPr/>
          <p:nvPr/>
        </p:nvSpPr>
        <p:spPr>
          <a:xfrm>
            <a:off x="6766200" y="483012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7" name="CustomShape 6"/>
          <p:cNvSpPr/>
          <p:nvPr/>
        </p:nvSpPr>
        <p:spPr>
          <a:xfrm>
            <a:off x="6766200" y="5277240"/>
            <a:ext cx="169380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8" name="CustomShape 7"/>
          <p:cNvSpPr/>
          <p:nvPr/>
        </p:nvSpPr>
        <p:spPr>
          <a:xfrm>
            <a:off x="8996760" y="481248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9" name="CustomShape 8"/>
          <p:cNvSpPr/>
          <p:nvPr/>
        </p:nvSpPr>
        <p:spPr>
          <a:xfrm>
            <a:off x="8996760" y="5301720"/>
            <a:ext cx="2224440" cy="50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0" name="CustomShape 9"/>
          <p:cNvSpPr/>
          <p:nvPr/>
        </p:nvSpPr>
        <p:spPr>
          <a:xfrm>
            <a:off x="8992080" y="3563280"/>
            <a:ext cx="111528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1" name="CustomShape 10"/>
          <p:cNvSpPr/>
          <p:nvPr/>
        </p:nvSpPr>
        <p:spPr>
          <a:xfrm>
            <a:off x="8992080" y="4057560"/>
            <a:ext cx="222444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2" name="CustomShape 11"/>
          <p:cNvSpPr/>
          <p:nvPr/>
        </p:nvSpPr>
        <p:spPr>
          <a:xfrm>
            <a:off x="9006840" y="255132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3" name="CustomShape 12"/>
          <p:cNvSpPr/>
          <p:nvPr/>
        </p:nvSpPr>
        <p:spPr>
          <a:xfrm>
            <a:off x="9006840" y="3045600"/>
            <a:ext cx="20001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4" name="CustomShape 13"/>
          <p:cNvSpPr/>
          <p:nvPr/>
        </p:nvSpPr>
        <p:spPr>
          <a:xfrm>
            <a:off x="612720" y="259560"/>
            <a:ext cx="58849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Знакомство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5" name="CustomShape 14"/>
          <p:cNvSpPr/>
          <p:nvPr/>
        </p:nvSpPr>
        <p:spPr>
          <a:xfrm>
            <a:off x="599400" y="1029240"/>
            <a:ext cx="10749240" cy="47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Цель и задачи вебинара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6" name="CustomShape 15"/>
          <p:cNvSpPr/>
          <p:nvPr/>
        </p:nvSpPr>
        <p:spPr>
          <a:xfrm>
            <a:off x="612720" y="1888200"/>
            <a:ext cx="10749240" cy="28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234000" indent="-232560">
              <a:lnSpc>
                <a:spcPct val="15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Разобрать проблемы Spring Boot в облаке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5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Познакомить с Quarkus и родной сборкой (GraalVM)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5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Сравнить производительность на живом коде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5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Рассказать о настоящем случае из промышленной разработки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5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Объявить курс QRK-001«Quarkus: разработка микросервисов на Java или Kotlin»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CustomShape 1"/>
          <p:cNvSpPr/>
          <p:nvPr/>
        </p:nvSpPr>
        <p:spPr>
          <a:xfrm>
            <a:off x="6757560" y="2544480"/>
            <a:ext cx="15181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8" name="CustomShape 2"/>
          <p:cNvSpPr/>
          <p:nvPr/>
        </p:nvSpPr>
        <p:spPr>
          <a:xfrm>
            <a:off x="6757560" y="3038760"/>
            <a:ext cx="18795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9" name="CustomShape 3"/>
          <p:cNvSpPr/>
          <p:nvPr/>
        </p:nvSpPr>
        <p:spPr>
          <a:xfrm>
            <a:off x="6757560" y="3566880"/>
            <a:ext cx="111528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0" name="CustomShape 4"/>
          <p:cNvSpPr/>
          <p:nvPr/>
        </p:nvSpPr>
        <p:spPr>
          <a:xfrm>
            <a:off x="6757560" y="4061160"/>
            <a:ext cx="1879560" cy="50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1" name="CustomShape 5"/>
          <p:cNvSpPr/>
          <p:nvPr/>
        </p:nvSpPr>
        <p:spPr>
          <a:xfrm>
            <a:off x="6766200" y="483012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2" name="CustomShape 6"/>
          <p:cNvSpPr/>
          <p:nvPr/>
        </p:nvSpPr>
        <p:spPr>
          <a:xfrm>
            <a:off x="6766200" y="5277240"/>
            <a:ext cx="169380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3" name="CustomShape 7"/>
          <p:cNvSpPr/>
          <p:nvPr/>
        </p:nvSpPr>
        <p:spPr>
          <a:xfrm>
            <a:off x="8996760" y="481248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4" name="CustomShape 8"/>
          <p:cNvSpPr/>
          <p:nvPr/>
        </p:nvSpPr>
        <p:spPr>
          <a:xfrm>
            <a:off x="8996760" y="5301720"/>
            <a:ext cx="2224440" cy="50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5" name="CustomShape 9"/>
          <p:cNvSpPr/>
          <p:nvPr/>
        </p:nvSpPr>
        <p:spPr>
          <a:xfrm>
            <a:off x="8992080" y="3563280"/>
            <a:ext cx="111528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6" name="CustomShape 10"/>
          <p:cNvSpPr/>
          <p:nvPr/>
        </p:nvSpPr>
        <p:spPr>
          <a:xfrm>
            <a:off x="8992080" y="4057560"/>
            <a:ext cx="222444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7" name="CustomShape 11"/>
          <p:cNvSpPr/>
          <p:nvPr/>
        </p:nvSpPr>
        <p:spPr>
          <a:xfrm>
            <a:off x="9006840" y="255132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8" name="CustomShape 12"/>
          <p:cNvSpPr/>
          <p:nvPr/>
        </p:nvSpPr>
        <p:spPr>
          <a:xfrm>
            <a:off x="9006840" y="3045600"/>
            <a:ext cx="20001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9" name="CustomShape 13"/>
          <p:cNvSpPr/>
          <p:nvPr/>
        </p:nvSpPr>
        <p:spPr>
          <a:xfrm>
            <a:off x="612720" y="259560"/>
            <a:ext cx="58849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Знакомство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0" name="CustomShape 14"/>
          <p:cNvSpPr/>
          <p:nvPr/>
        </p:nvSpPr>
        <p:spPr>
          <a:xfrm>
            <a:off x="612720" y="990000"/>
            <a:ext cx="10749240" cy="47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Содержание вебинара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1" name="CustomShape 15"/>
          <p:cNvSpPr/>
          <p:nvPr/>
        </p:nvSpPr>
        <p:spPr>
          <a:xfrm>
            <a:off x="612720" y="1869480"/>
            <a:ext cx="10749240" cy="28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OpenSymbo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Архитектурная карта среды Java, сравнение по ключевым признакам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Проблема долгого старта и высокого потребления памяти (Spring Boot)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Что такое Quarkus? Среда разработки для облачной среды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Живой код: REST-сервис на Spring Boot vs Quarkus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Измерение времени запуска и памяти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Родная сборка (GraalVM) – запуск за миллисекунды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Настоящий случай: асинхронная обработка SOAP, REST, JPA запросов в микросервисах.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Как продолжить изучение – курс QRK-001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CustomShape 1"/>
          <p:cNvSpPr/>
          <p:nvPr/>
        </p:nvSpPr>
        <p:spPr>
          <a:xfrm>
            <a:off x="6757560" y="2544480"/>
            <a:ext cx="15181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3" name="CustomShape 2"/>
          <p:cNvSpPr/>
          <p:nvPr/>
        </p:nvSpPr>
        <p:spPr>
          <a:xfrm>
            <a:off x="6757560" y="3038760"/>
            <a:ext cx="18795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4" name="CustomShape 3"/>
          <p:cNvSpPr/>
          <p:nvPr/>
        </p:nvSpPr>
        <p:spPr>
          <a:xfrm>
            <a:off x="6757560" y="3566880"/>
            <a:ext cx="111528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5" name="CustomShape 4"/>
          <p:cNvSpPr/>
          <p:nvPr/>
        </p:nvSpPr>
        <p:spPr>
          <a:xfrm>
            <a:off x="6757560" y="4061160"/>
            <a:ext cx="1879560" cy="50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6" name="CustomShape 5"/>
          <p:cNvSpPr/>
          <p:nvPr/>
        </p:nvSpPr>
        <p:spPr>
          <a:xfrm>
            <a:off x="6766200" y="483012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7" name="CustomShape 6"/>
          <p:cNvSpPr/>
          <p:nvPr/>
        </p:nvSpPr>
        <p:spPr>
          <a:xfrm>
            <a:off x="6766200" y="5277240"/>
            <a:ext cx="169380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8" name="CustomShape 7"/>
          <p:cNvSpPr/>
          <p:nvPr/>
        </p:nvSpPr>
        <p:spPr>
          <a:xfrm>
            <a:off x="8996760" y="481248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9" name="CustomShape 8"/>
          <p:cNvSpPr/>
          <p:nvPr/>
        </p:nvSpPr>
        <p:spPr>
          <a:xfrm>
            <a:off x="8996760" y="5301720"/>
            <a:ext cx="2224440" cy="50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0" name="CustomShape 9"/>
          <p:cNvSpPr/>
          <p:nvPr/>
        </p:nvSpPr>
        <p:spPr>
          <a:xfrm>
            <a:off x="8992080" y="3563280"/>
            <a:ext cx="111528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1" name="CustomShape 10"/>
          <p:cNvSpPr/>
          <p:nvPr/>
        </p:nvSpPr>
        <p:spPr>
          <a:xfrm>
            <a:off x="8992080" y="4057560"/>
            <a:ext cx="222444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2" name="CustomShape 11"/>
          <p:cNvSpPr/>
          <p:nvPr/>
        </p:nvSpPr>
        <p:spPr>
          <a:xfrm>
            <a:off x="9006840" y="255132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3" name="CustomShape 12"/>
          <p:cNvSpPr/>
          <p:nvPr/>
        </p:nvSpPr>
        <p:spPr>
          <a:xfrm>
            <a:off x="9006840" y="3045600"/>
            <a:ext cx="20001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4" name="CustomShape 13"/>
          <p:cNvSpPr/>
          <p:nvPr/>
        </p:nvSpPr>
        <p:spPr>
          <a:xfrm>
            <a:off x="612720" y="259560"/>
            <a:ext cx="58849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5" name="CustomShape 14"/>
          <p:cNvSpPr/>
          <p:nvPr/>
        </p:nvSpPr>
        <p:spPr>
          <a:xfrm>
            <a:off x="612720" y="646200"/>
            <a:ext cx="10749240" cy="47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6" name="CustomShape 15"/>
          <p:cNvSpPr/>
          <p:nvPr/>
        </p:nvSpPr>
        <p:spPr>
          <a:xfrm>
            <a:off x="612720" y="1488600"/>
            <a:ext cx="10749240" cy="128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77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0" y="356760"/>
            <a:ext cx="11878560" cy="5942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CustomShape 43"/>
          <p:cNvSpPr/>
          <p:nvPr/>
        </p:nvSpPr>
        <p:spPr>
          <a:xfrm>
            <a:off x="6757560" y="2544480"/>
            <a:ext cx="15181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9" name="CustomShape 44"/>
          <p:cNvSpPr/>
          <p:nvPr/>
        </p:nvSpPr>
        <p:spPr>
          <a:xfrm>
            <a:off x="6757560" y="3038760"/>
            <a:ext cx="18795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0" name="CustomShape 73"/>
          <p:cNvSpPr/>
          <p:nvPr/>
        </p:nvSpPr>
        <p:spPr>
          <a:xfrm>
            <a:off x="6757560" y="3566880"/>
            <a:ext cx="111528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1" name="CustomShape 74"/>
          <p:cNvSpPr/>
          <p:nvPr/>
        </p:nvSpPr>
        <p:spPr>
          <a:xfrm>
            <a:off x="6757560" y="4061160"/>
            <a:ext cx="1879560" cy="50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2" name="CustomShape 75"/>
          <p:cNvSpPr/>
          <p:nvPr/>
        </p:nvSpPr>
        <p:spPr>
          <a:xfrm>
            <a:off x="6766200" y="483012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3" name="CustomShape 76"/>
          <p:cNvSpPr/>
          <p:nvPr/>
        </p:nvSpPr>
        <p:spPr>
          <a:xfrm>
            <a:off x="6766200" y="5277240"/>
            <a:ext cx="169380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4" name="CustomShape 77"/>
          <p:cNvSpPr/>
          <p:nvPr/>
        </p:nvSpPr>
        <p:spPr>
          <a:xfrm>
            <a:off x="8996760" y="481248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5" name="CustomShape 78"/>
          <p:cNvSpPr/>
          <p:nvPr/>
        </p:nvSpPr>
        <p:spPr>
          <a:xfrm>
            <a:off x="8996760" y="5301720"/>
            <a:ext cx="2224440" cy="50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6" name="CustomShape 79"/>
          <p:cNvSpPr/>
          <p:nvPr/>
        </p:nvSpPr>
        <p:spPr>
          <a:xfrm>
            <a:off x="8992080" y="3563280"/>
            <a:ext cx="111528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7" name="CustomShape 80"/>
          <p:cNvSpPr/>
          <p:nvPr/>
        </p:nvSpPr>
        <p:spPr>
          <a:xfrm>
            <a:off x="8992080" y="4057560"/>
            <a:ext cx="222444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8" name="CustomShape 81"/>
          <p:cNvSpPr/>
          <p:nvPr/>
        </p:nvSpPr>
        <p:spPr>
          <a:xfrm>
            <a:off x="9006840" y="255132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9" name="CustomShape 82"/>
          <p:cNvSpPr/>
          <p:nvPr/>
        </p:nvSpPr>
        <p:spPr>
          <a:xfrm>
            <a:off x="9006840" y="3045600"/>
            <a:ext cx="20001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0" name="CustomShape 83"/>
          <p:cNvSpPr/>
          <p:nvPr/>
        </p:nvSpPr>
        <p:spPr>
          <a:xfrm>
            <a:off x="612720" y="259560"/>
            <a:ext cx="58849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1" name="CustomShape 84"/>
          <p:cNvSpPr/>
          <p:nvPr/>
        </p:nvSpPr>
        <p:spPr>
          <a:xfrm>
            <a:off x="612720" y="646200"/>
            <a:ext cx="10749240" cy="47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2" name="CustomShape 85"/>
          <p:cNvSpPr/>
          <p:nvPr/>
        </p:nvSpPr>
        <p:spPr>
          <a:xfrm>
            <a:off x="612720" y="1488600"/>
            <a:ext cx="10749240" cy="128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93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626480" y="180000"/>
            <a:ext cx="8703000" cy="6479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CustomShape 17"/>
          <p:cNvSpPr/>
          <p:nvPr/>
        </p:nvSpPr>
        <p:spPr>
          <a:xfrm>
            <a:off x="6757560" y="2544480"/>
            <a:ext cx="15181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5" name="CustomShape 18"/>
          <p:cNvSpPr/>
          <p:nvPr/>
        </p:nvSpPr>
        <p:spPr>
          <a:xfrm>
            <a:off x="6757560" y="3038760"/>
            <a:ext cx="18795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6" name="CustomShape 19"/>
          <p:cNvSpPr/>
          <p:nvPr/>
        </p:nvSpPr>
        <p:spPr>
          <a:xfrm>
            <a:off x="6757560" y="3566880"/>
            <a:ext cx="111528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7" name="CustomShape 20"/>
          <p:cNvSpPr/>
          <p:nvPr/>
        </p:nvSpPr>
        <p:spPr>
          <a:xfrm>
            <a:off x="6757560" y="4061160"/>
            <a:ext cx="1879560" cy="50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8" name="CustomShape 21"/>
          <p:cNvSpPr/>
          <p:nvPr/>
        </p:nvSpPr>
        <p:spPr>
          <a:xfrm>
            <a:off x="6766200" y="483012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9" name="CustomShape 22"/>
          <p:cNvSpPr/>
          <p:nvPr/>
        </p:nvSpPr>
        <p:spPr>
          <a:xfrm>
            <a:off x="6766200" y="5277240"/>
            <a:ext cx="169380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0" name="CustomShape 23"/>
          <p:cNvSpPr/>
          <p:nvPr/>
        </p:nvSpPr>
        <p:spPr>
          <a:xfrm>
            <a:off x="8996760" y="481248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1" name="CustomShape 24"/>
          <p:cNvSpPr/>
          <p:nvPr/>
        </p:nvSpPr>
        <p:spPr>
          <a:xfrm>
            <a:off x="8996760" y="5301720"/>
            <a:ext cx="2224440" cy="50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2" name="CustomShape 25"/>
          <p:cNvSpPr/>
          <p:nvPr/>
        </p:nvSpPr>
        <p:spPr>
          <a:xfrm>
            <a:off x="8992080" y="3563280"/>
            <a:ext cx="111528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3" name="CustomShape 26"/>
          <p:cNvSpPr/>
          <p:nvPr/>
        </p:nvSpPr>
        <p:spPr>
          <a:xfrm>
            <a:off x="8992080" y="4057560"/>
            <a:ext cx="222444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4" name="CustomShape 27"/>
          <p:cNvSpPr/>
          <p:nvPr/>
        </p:nvSpPr>
        <p:spPr>
          <a:xfrm>
            <a:off x="9006840" y="255132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5" name="CustomShape 28"/>
          <p:cNvSpPr/>
          <p:nvPr/>
        </p:nvSpPr>
        <p:spPr>
          <a:xfrm>
            <a:off x="9006840" y="3045600"/>
            <a:ext cx="20001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6" name="CustomShape 29"/>
          <p:cNvSpPr/>
          <p:nvPr/>
        </p:nvSpPr>
        <p:spPr>
          <a:xfrm>
            <a:off x="612720" y="259560"/>
            <a:ext cx="58849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7" name="CustomShape 86"/>
          <p:cNvSpPr/>
          <p:nvPr/>
        </p:nvSpPr>
        <p:spPr>
          <a:xfrm>
            <a:off x="612720" y="646200"/>
            <a:ext cx="10749240" cy="47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8" name="CustomShape 87"/>
          <p:cNvSpPr/>
          <p:nvPr/>
        </p:nvSpPr>
        <p:spPr>
          <a:xfrm>
            <a:off x="612720" y="1488600"/>
            <a:ext cx="10749240" cy="128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09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720000" y="0"/>
            <a:ext cx="10799640" cy="6839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" name="CustomShape 88"/>
          <p:cNvSpPr/>
          <p:nvPr/>
        </p:nvSpPr>
        <p:spPr>
          <a:xfrm>
            <a:off x="6757560" y="2544480"/>
            <a:ext cx="15181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1" name="CustomShape 103"/>
          <p:cNvSpPr/>
          <p:nvPr/>
        </p:nvSpPr>
        <p:spPr>
          <a:xfrm>
            <a:off x="6757560" y="3038760"/>
            <a:ext cx="18795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2" name="CustomShape 104"/>
          <p:cNvSpPr/>
          <p:nvPr/>
        </p:nvSpPr>
        <p:spPr>
          <a:xfrm>
            <a:off x="6757560" y="3566880"/>
            <a:ext cx="111528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3" name="CustomShape 105"/>
          <p:cNvSpPr/>
          <p:nvPr/>
        </p:nvSpPr>
        <p:spPr>
          <a:xfrm>
            <a:off x="6757560" y="4061160"/>
            <a:ext cx="1879560" cy="50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4" name="CustomShape 106"/>
          <p:cNvSpPr/>
          <p:nvPr/>
        </p:nvSpPr>
        <p:spPr>
          <a:xfrm>
            <a:off x="6766200" y="483012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5" name="CustomShape 107"/>
          <p:cNvSpPr/>
          <p:nvPr/>
        </p:nvSpPr>
        <p:spPr>
          <a:xfrm>
            <a:off x="6766200" y="5277240"/>
            <a:ext cx="169380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6" name="CustomShape 108"/>
          <p:cNvSpPr/>
          <p:nvPr/>
        </p:nvSpPr>
        <p:spPr>
          <a:xfrm>
            <a:off x="8996760" y="481248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7" name="CustomShape 109"/>
          <p:cNvSpPr/>
          <p:nvPr/>
        </p:nvSpPr>
        <p:spPr>
          <a:xfrm>
            <a:off x="8996760" y="5301720"/>
            <a:ext cx="2224440" cy="50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8" name="CustomShape 110"/>
          <p:cNvSpPr/>
          <p:nvPr/>
        </p:nvSpPr>
        <p:spPr>
          <a:xfrm>
            <a:off x="8992080" y="3563280"/>
            <a:ext cx="111528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9" name="CustomShape 111"/>
          <p:cNvSpPr/>
          <p:nvPr/>
        </p:nvSpPr>
        <p:spPr>
          <a:xfrm>
            <a:off x="8992080" y="4057560"/>
            <a:ext cx="222444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0" name="CustomShape 112"/>
          <p:cNvSpPr/>
          <p:nvPr/>
        </p:nvSpPr>
        <p:spPr>
          <a:xfrm>
            <a:off x="9006840" y="255132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1" name="CustomShape 113"/>
          <p:cNvSpPr/>
          <p:nvPr/>
        </p:nvSpPr>
        <p:spPr>
          <a:xfrm>
            <a:off x="9006840" y="3045600"/>
            <a:ext cx="20001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2" name="CustomShape 114"/>
          <p:cNvSpPr/>
          <p:nvPr/>
        </p:nvSpPr>
        <p:spPr>
          <a:xfrm>
            <a:off x="612720" y="259560"/>
            <a:ext cx="58849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3" name="CustomShape 115"/>
          <p:cNvSpPr/>
          <p:nvPr/>
        </p:nvSpPr>
        <p:spPr>
          <a:xfrm>
            <a:off x="612720" y="646200"/>
            <a:ext cx="10749240" cy="47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4" name="CustomShape 116"/>
          <p:cNvSpPr/>
          <p:nvPr/>
        </p:nvSpPr>
        <p:spPr>
          <a:xfrm>
            <a:off x="612720" y="1488600"/>
            <a:ext cx="10749240" cy="128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25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440000" y="180000"/>
            <a:ext cx="9899640" cy="65858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CustomShape 1"/>
          <p:cNvSpPr/>
          <p:nvPr/>
        </p:nvSpPr>
        <p:spPr>
          <a:xfrm>
            <a:off x="6757560" y="2544480"/>
            <a:ext cx="15181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7" name="CustomShape 2"/>
          <p:cNvSpPr/>
          <p:nvPr/>
        </p:nvSpPr>
        <p:spPr>
          <a:xfrm>
            <a:off x="6757560" y="3038760"/>
            <a:ext cx="18795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8" name="CustomShape 3"/>
          <p:cNvSpPr/>
          <p:nvPr/>
        </p:nvSpPr>
        <p:spPr>
          <a:xfrm>
            <a:off x="6757560" y="3566880"/>
            <a:ext cx="111528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9" name="CustomShape 4"/>
          <p:cNvSpPr/>
          <p:nvPr/>
        </p:nvSpPr>
        <p:spPr>
          <a:xfrm>
            <a:off x="6757560" y="4061160"/>
            <a:ext cx="1879560" cy="50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0" name="CustomShape 5"/>
          <p:cNvSpPr/>
          <p:nvPr/>
        </p:nvSpPr>
        <p:spPr>
          <a:xfrm>
            <a:off x="6766200" y="483012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1" name="CustomShape 6"/>
          <p:cNvSpPr/>
          <p:nvPr/>
        </p:nvSpPr>
        <p:spPr>
          <a:xfrm>
            <a:off x="6766200" y="5277240"/>
            <a:ext cx="169380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2" name="CustomShape 7"/>
          <p:cNvSpPr/>
          <p:nvPr/>
        </p:nvSpPr>
        <p:spPr>
          <a:xfrm>
            <a:off x="8996760" y="481248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3" name="CustomShape 8"/>
          <p:cNvSpPr/>
          <p:nvPr/>
        </p:nvSpPr>
        <p:spPr>
          <a:xfrm>
            <a:off x="8996760" y="5301720"/>
            <a:ext cx="2224440" cy="50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4" name="CustomShape 9"/>
          <p:cNvSpPr/>
          <p:nvPr/>
        </p:nvSpPr>
        <p:spPr>
          <a:xfrm>
            <a:off x="8992080" y="3563280"/>
            <a:ext cx="111528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5" name="CustomShape 10"/>
          <p:cNvSpPr/>
          <p:nvPr/>
        </p:nvSpPr>
        <p:spPr>
          <a:xfrm>
            <a:off x="8992080" y="4057560"/>
            <a:ext cx="222444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6" name="CustomShape 11"/>
          <p:cNvSpPr/>
          <p:nvPr/>
        </p:nvSpPr>
        <p:spPr>
          <a:xfrm>
            <a:off x="9006840" y="255132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7" name="CustomShape 12"/>
          <p:cNvSpPr/>
          <p:nvPr/>
        </p:nvSpPr>
        <p:spPr>
          <a:xfrm>
            <a:off x="9006840" y="3045600"/>
            <a:ext cx="20001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8" name="CustomShape 13"/>
          <p:cNvSpPr/>
          <p:nvPr/>
        </p:nvSpPr>
        <p:spPr>
          <a:xfrm>
            <a:off x="612720" y="259560"/>
            <a:ext cx="58849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Проблема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9" name="CustomShape 14"/>
          <p:cNvSpPr/>
          <p:nvPr/>
        </p:nvSpPr>
        <p:spPr>
          <a:xfrm>
            <a:off x="612720" y="990000"/>
            <a:ext cx="10749240" cy="47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Spring Boot в облаке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0" name="CustomShape 15"/>
          <p:cNvSpPr/>
          <p:nvPr/>
        </p:nvSpPr>
        <p:spPr>
          <a:xfrm>
            <a:off x="612720" y="1869480"/>
            <a:ext cx="10749240" cy="28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Запуск 2–5 секунд – тормозит auto‑scaling в Kubernetes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Высокое потребление памяти – дорого в облаке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Тяжело достичь плотности развёртывания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Вывод: Нужен лёгкий, быстрый каркас для облачных систем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CustomShape 1"/>
          <p:cNvSpPr/>
          <p:nvPr/>
        </p:nvSpPr>
        <p:spPr>
          <a:xfrm>
            <a:off x="6757560" y="2544480"/>
            <a:ext cx="15181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2" name="CustomShape 2"/>
          <p:cNvSpPr/>
          <p:nvPr/>
        </p:nvSpPr>
        <p:spPr>
          <a:xfrm>
            <a:off x="6757560" y="3038760"/>
            <a:ext cx="18795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3" name="CustomShape 3"/>
          <p:cNvSpPr/>
          <p:nvPr/>
        </p:nvSpPr>
        <p:spPr>
          <a:xfrm>
            <a:off x="6757560" y="3566880"/>
            <a:ext cx="111528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4" name="CustomShape 4"/>
          <p:cNvSpPr/>
          <p:nvPr/>
        </p:nvSpPr>
        <p:spPr>
          <a:xfrm>
            <a:off x="6757560" y="4061160"/>
            <a:ext cx="1879560" cy="50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5" name="CustomShape 5"/>
          <p:cNvSpPr/>
          <p:nvPr/>
        </p:nvSpPr>
        <p:spPr>
          <a:xfrm>
            <a:off x="6766200" y="483012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6" name="CustomShape 6"/>
          <p:cNvSpPr/>
          <p:nvPr/>
        </p:nvSpPr>
        <p:spPr>
          <a:xfrm>
            <a:off x="6766200" y="5277240"/>
            <a:ext cx="169380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7" name="CustomShape 7"/>
          <p:cNvSpPr/>
          <p:nvPr/>
        </p:nvSpPr>
        <p:spPr>
          <a:xfrm>
            <a:off x="8996760" y="481248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8" name="CustomShape 8"/>
          <p:cNvSpPr/>
          <p:nvPr/>
        </p:nvSpPr>
        <p:spPr>
          <a:xfrm>
            <a:off x="8996760" y="5301720"/>
            <a:ext cx="2224440" cy="50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9" name="CustomShape 9"/>
          <p:cNvSpPr/>
          <p:nvPr/>
        </p:nvSpPr>
        <p:spPr>
          <a:xfrm>
            <a:off x="8992080" y="3563280"/>
            <a:ext cx="111528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0" name="CustomShape 10"/>
          <p:cNvSpPr/>
          <p:nvPr/>
        </p:nvSpPr>
        <p:spPr>
          <a:xfrm>
            <a:off x="8992080" y="4057560"/>
            <a:ext cx="222444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1" name="CustomShape 11"/>
          <p:cNvSpPr/>
          <p:nvPr/>
        </p:nvSpPr>
        <p:spPr>
          <a:xfrm>
            <a:off x="9006840" y="255132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2" name="CustomShape 12"/>
          <p:cNvSpPr/>
          <p:nvPr/>
        </p:nvSpPr>
        <p:spPr>
          <a:xfrm>
            <a:off x="9006840" y="3045600"/>
            <a:ext cx="20001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3" name="CustomShape 13"/>
          <p:cNvSpPr/>
          <p:nvPr/>
        </p:nvSpPr>
        <p:spPr>
          <a:xfrm>
            <a:off x="612720" y="259560"/>
            <a:ext cx="58849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Проблема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4" name="CustomShape 14"/>
          <p:cNvSpPr/>
          <p:nvPr/>
        </p:nvSpPr>
        <p:spPr>
          <a:xfrm>
            <a:off x="612720" y="990000"/>
            <a:ext cx="10749240" cy="47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Что такое Quarkus?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5" name="CustomShape 15"/>
          <p:cNvSpPr/>
          <p:nvPr/>
        </p:nvSpPr>
        <p:spPr>
          <a:xfrm>
            <a:off x="612720" y="1869480"/>
            <a:ext cx="10749240" cy="28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Что это: Специально созданный для облачной среды и Kubernetes каркас разработки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Ключевые возможности: Быстрый старт (до миллисекунд)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Низкое потребление памяти (на 30–50% меньше Spring Boot)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Родная сборка через GraalVM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Более 800 расширений (Kafka, REST, Panache, Security)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Поддерживает: Java и Kotlin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CustomShape 1"/>
          <p:cNvSpPr/>
          <p:nvPr/>
        </p:nvSpPr>
        <p:spPr>
          <a:xfrm>
            <a:off x="612720" y="3791880"/>
            <a:ext cx="5885280" cy="68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7" name="CustomShape 2"/>
          <p:cNvSpPr/>
          <p:nvPr/>
        </p:nvSpPr>
        <p:spPr>
          <a:xfrm>
            <a:off x="496440" y="2260800"/>
            <a:ext cx="5885280" cy="12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58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80000" y="25920"/>
            <a:ext cx="9358920" cy="6838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CustomShape 1"/>
          <p:cNvSpPr/>
          <p:nvPr/>
        </p:nvSpPr>
        <p:spPr>
          <a:xfrm>
            <a:off x="6757560" y="2544480"/>
            <a:ext cx="15181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0" name="CustomShape 2"/>
          <p:cNvSpPr/>
          <p:nvPr/>
        </p:nvSpPr>
        <p:spPr>
          <a:xfrm>
            <a:off x="6757560" y="3038760"/>
            <a:ext cx="18795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1" name="CustomShape 3"/>
          <p:cNvSpPr/>
          <p:nvPr/>
        </p:nvSpPr>
        <p:spPr>
          <a:xfrm>
            <a:off x="6757560" y="3566880"/>
            <a:ext cx="111528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2" name="CustomShape 4"/>
          <p:cNvSpPr/>
          <p:nvPr/>
        </p:nvSpPr>
        <p:spPr>
          <a:xfrm>
            <a:off x="6757560" y="4061160"/>
            <a:ext cx="1879560" cy="50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3" name="CustomShape 5"/>
          <p:cNvSpPr/>
          <p:nvPr/>
        </p:nvSpPr>
        <p:spPr>
          <a:xfrm>
            <a:off x="6766200" y="483012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4" name="CustomShape 6"/>
          <p:cNvSpPr/>
          <p:nvPr/>
        </p:nvSpPr>
        <p:spPr>
          <a:xfrm>
            <a:off x="6766200" y="5277240"/>
            <a:ext cx="169380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5" name="CustomShape 7"/>
          <p:cNvSpPr/>
          <p:nvPr/>
        </p:nvSpPr>
        <p:spPr>
          <a:xfrm>
            <a:off x="8996760" y="481248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6" name="CustomShape 8"/>
          <p:cNvSpPr/>
          <p:nvPr/>
        </p:nvSpPr>
        <p:spPr>
          <a:xfrm>
            <a:off x="8996760" y="5301720"/>
            <a:ext cx="2224440" cy="50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7" name="CustomShape 9"/>
          <p:cNvSpPr/>
          <p:nvPr/>
        </p:nvSpPr>
        <p:spPr>
          <a:xfrm>
            <a:off x="8992080" y="3563280"/>
            <a:ext cx="111528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8" name="CustomShape 10"/>
          <p:cNvSpPr/>
          <p:nvPr/>
        </p:nvSpPr>
        <p:spPr>
          <a:xfrm>
            <a:off x="8992080" y="4057560"/>
            <a:ext cx="222444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9" name="CustomShape 11"/>
          <p:cNvSpPr/>
          <p:nvPr/>
        </p:nvSpPr>
        <p:spPr>
          <a:xfrm>
            <a:off x="9006840" y="255132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0" name="CustomShape 12"/>
          <p:cNvSpPr/>
          <p:nvPr/>
        </p:nvSpPr>
        <p:spPr>
          <a:xfrm>
            <a:off x="9006840" y="3045600"/>
            <a:ext cx="20001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1" name="CustomShape 13"/>
          <p:cNvSpPr/>
          <p:nvPr/>
        </p:nvSpPr>
        <p:spPr>
          <a:xfrm>
            <a:off x="612720" y="259560"/>
            <a:ext cx="58849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72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741600" y="401760"/>
            <a:ext cx="10486080" cy="4961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3" name="CustomShape 30"/>
          <p:cNvSpPr/>
          <p:nvPr/>
        </p:nvSpPr>
        <p:spPr>
          <a:xfrm>
            <a:off x="6757560" y="2544480"/>
            <a:ext cx="15181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4" name="CustomShape 31"/>
          <p:cNvSpPr/>
          <p:nvPr/>
        </p:nvSpPr>
        <p:spPr>
          <a:xfrm>
            <a:off x="6757560" y="3038760"/>
            <a:ext cx="18795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5" name="CustomShape 32"/>
          <p:cNvSpPr/>
          <p:nvPr/>
        </p:nvSpPr>
        <p:spPr>
          <a:xfrm>
            <a:off x="6757560" y="3566880"/>
            <a:ext cx="111528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6" name="CustomShape 33"/>
          <p:cNvSpPr/>
          <p:nvPr/>
        </p:nvSpPr>
        <p:spPr>
          <a:xfrm>
            <a:off x="6757560" y="4061160"/>
            <a:ext cx="1879560" cy="50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7" name="CustomShape 34"/>
          <p:cNvSpPr/>
          <p:nvPr/>
        </p:nvSpPr>
        <p:spPr>
          <a:xfrm>
            <a:off x="6766200" y="483012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8" name="CustomShape 35"/>
          <p:cNvSpPr/>
          <p:nvPr/>
        </p:nvSpPr>
        <p:spPr>
          <a:xfrm>
            <a:off x="6766200" y="5277240"/>
            <a:ext cx="169380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9" name="CustomShape 36"/>
          <p:cNvSpPr/>
          <p:nvPr/>
        </p:nvSpPr>
        <p:spPr>
          <a:xfrm>
            <a:off x="8996760" y="481248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0" name="CustomShape 37"/>
          <p:cNvSpPr/>
          <p:nvPr/>
        </p:nvSpPr>
        <p:spPr>
          <a:xfrm>
            <a:off x="8996760" y="5301720"/>
            <a:ext cx="2224440" cy="50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1" name="CustomShape 38"/>
          <p:cNvSpPr/>
          <p:nvPr/>
        </p:nvSpPr>
        <p:spPr>
          <a:xfrm>
            <a:off x="8992080" y="3563280"/>
            <a:ext cx="111528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2" name="CustomShape 39"/>
          <p:cNvSpPr/>
          <p:nvPr/>
        </p:nvSpPr>
        <p:spPr>
          <a:xfrm>
            <a:off x="8992080" y="4057560"/>
            <a:ext cx="222444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3" name="CustomShape 40"/>
          <p:cNvSpPr/>
          <p:nvPr/>
        </p:nvSpPr>
        <p:spPr>
          <a:xfrm>
            <a:off x="9006840" y="255132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4" name="CustomShape 41"/>
          <p:cNvSpPr/>
          <p:nvPr/>
        </p:nvSpPr>
        <p:spPr>
          <a:xfrm>
            <a:off x="9006840" y="3045600"/>
            <a:ext cx="20001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5" name="CustomShape 42"/>
          <p:cNvSpPr/>
          <p:nvPr/>
        </p:nvSpPr>
        <p:spPr>
          <a:xfrm>
            <a:off x="612720" y="259560"/>
            <a:ext cx="58849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86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496880" y="541440"/>
            <a:ext cx="9057600" cy="5914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CustomShape 60"/>
          <p:cNvSpPr/>
          <p:nvPr/>
        </p:nvSpPr>
        <p:spPr>
          <a:xfrm>
            <a:off x="6757560" y="2544480"/>
            <a:ext cx="15181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8" name="CustomShape 61"/>
          <p:cNvSpPr/>
          <p:nvPr/>
        </p:nvSpPr>
        <p:spPr>
          <a:xfrm>
            <a:off x="6757560" y="3038760"/>
            <a:ext cx="18795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9" name="CustomShape 62"/>
          <p:cNvSpPr/>
          <p:nvPr/>
        </p:nvSpPr>
        <p:spPr>
          <a:xfrm>
            <a:off x="6757560" y="3566880"/>
            <a:ext cx="111528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0" name="CustomShape 63"/>
          <p:cNvSpPr/>
          <p:nvPr/>
        </p:nvSpPr>
        <p:spPr>
          <a:xfrm>
            <a:off x="6757560" y="4061160"/>
            <a:ext cx="1879560" cy="50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1" name="CustomShape 64"/>
          <p:cNvSpPr/>
          <p:nvPr/>
        </p:nvSpPr>
        <p:spPr>
          <a:xfrm>
            <a:off x="6766200" y="483012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2" name="CustomShape 65"/>
          <p:cNvSpPr/>
          <p:nvPr/>
        </p:nvSpPr>
        <p:spPr>
          <a:xfrm>
            <a:off x="6766200" y="5277240"/>
            <a:ext cx="169380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3" name="CustomShape 66"/>
          <p:cNvSpPr/>
          <p:nvPr/>
        </p:nvSpPr>
        <p:spPr>
          <a:xfrm>
            <a:off x="8996760" y="481248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4" name="CustomShape 67"/>
          <p:cNvSpPr/>
          <p:nvPr/>
        </p:nvSpPr>
        <p:spPr>
          <a:xfrm>
            <a:off x="8996760" y="5301720"/>
            <a:ext cx="2224440" cy="50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5" name="CustomShape 68"/>
          <p:cNvSpPr/>
          <p:nvPr/>
        </p:nvSpPr>
        <p:spPr>
          <a:xfrm>
            <a:off x="8992080" y="3563280"/>
            <a:ext cx="111528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6" name="CustomShape 69"/>
          <p:cNvSpPr/>
          <p:nvPr/>
        </p:nvSpPr>
        <p:spPr>
          <a:xfrm>
            <a:off x="8992080" y="4057560"/>
            <a:ext cx="222444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7" name="CustomShape 70"/>
          <p:cNvSpPr/>
          <p:nvPr/>
        </p:nvSpPr>
        <p:spPr>
          <a:xfrm>
            <a:off x="9006840" y="255132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8" name="CustomShape 71"/>
          <p:cNvSpPr/>
          <p:nvPr/>
        </p:nvSpPr>
        <p:spPr>
          <a:xfrm>
            <a:off x="9006840" y="3045600"/>
            <a:ext cx="20001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9" name="CustomShape 72"/>
          <p:cNvSpPr/>
          <p:nvPr/>
        </p:nvSpPr>
        <p:spPr>
          <a:xfrm>
            <a:off x="612720" y="259560"/>
            <a:ext cx="58849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00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455840" y="790920"/>
            <a:ext cx="9057600" cy="53427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CustomShape 45"/>
          <p:cNvSpPr/>
          <p:nvPr/>
        </p:nvSpPr>
        <p:spPr>
          <a:xfrm>
            <a:off x="6757560" y="2544480"/>
            <a:ext cx="15181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2" name="CustomShape 46"/>
          <p:cNvSpPr/>
          <p:nvPr/>
        </p:nvSpPr>
        <p:spPr>
          <a:xfrm>
            <a:off x="6757560" y="3038760"/>
            <a:ext cx="18795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3" name="CustomShape 47"/>
          <p:cNvSpPr/>
          <p:nvPr/>
        </p:nvSpPr>
        <p:spPr>
          <a:xfrm>
            <a:off x="6757560" y="3566880"/>
            <a:ext cx="111528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4" name="CustomShape 48"/>
          <p:cNvSpPr/>
          <p:nvPr/>
        </p:nvSpPr>
        <p:spPr>
          <a:xfrm>
            <a:off x="6757560" y="4061160"/>
            <a:ext cx="1879560" cy="50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5" name="CustomShape 49"/>
          <p:cNvSpPr/>
          <p:nvPr/>
        </p:nvSpPr>
        <p:spPr>
          <a:xfrm>
            <a:off x="6766200" y="483012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6" name="CustomShape 50"/>
          <p:cNvSpPr/>
          <p:nvPr/>
        </p:nvSpPr>
        <p:spPr>
          <a:xfrm>
            <a:off x="6766200" y="5277240"/>
            <a:ext cx="169380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7" name="CustomShape 51"/>
          <p:cNvSpPr/>
          <p:nvPr/>
        </p:nvSpPr>
        <p:spPr>
          <a:xfrm>
            <a:off x="8996760" y="481248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8" name="CustomShape 52"/>
          <p:cNvSpPr/>
          <p:nvPr/>
        </p:nvSpPr>
        <p:spPr>
          <a:xfrm>
            <a:off x="8996760" y="5301720"/>
            <a:ext cx="2224440" cy="50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9" name="CustomShape 53"/>
          <p:cNvSpPr/>
          <p:nvPr/>
        </p:nvSpPr>
        <p:spPr>
          <a:xfrm>
            <a:off x="8992080" y="3563280"/>
            <a:ext cx="111528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0" name="CustomShape 54"/>
          <p:cNvSpPr/>
          <p:nvPr/>
        </p:nvSpPr>
        <p:spPr>
          <a:xfrm>
            <a:off x="8992080" y="4057560"/>
            <a:ext cx="222444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1" name="CustomShape 55"/>
          <p:cNvSpPr/>
          <p:nvPr/>
        </p:nvSpPr>
        <p:spPr>
          <a:xfrm>
            <a:off x="9006840" y="255132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2" name="CustomShape 56"/>
          <p:cNvSpPr/>
          <p:nvPr/>
        </p:nvSpPr>
        <p:spPr>
          <a:xfrm>
            <a:off x="9006840" y="3045600"/>
            <a:ext cx="20001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3" name="CustomShape 57"/>
          <p:cNvSpPr/>
          <p:nvPr/>
        </p:nvSpPr>
        <p:spPr>
          <a:xfrm>
            <a:off x="612720" y="259560"/>
            <a:ext cx="58849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ГДЕ ПОСМОТРЕТЬ?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4" name="CustomShape 58"/>
          <p:cNvSpPr/>
          <p:nvPr/>
        </p:nvSpPr>
        <p:spPr>
          <a:xfrm>
            <a:off x="612720" y="646200"/>
            <a:ext cx="10749240" cy="47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Материалы вебинара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5" name="CustomShape 59"/>
          <p:cNvSpPr/>
          <p:nvPr/>
        </p:nvSpPr>
        <p:spPr>
          <a:xfrm>
            <a:off x="600120" y="1308600"/>
            <a:ext cx="1074924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Минимальный проект на Java в каркасе Spring Boot https://github.com/kchvilyov/qrk_001_spring/tree/java_hello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Минимальный проект на Java в каркасе Quarkus https://github.com/kchvilyov/qrk_001_quarkus/tree/java_hello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Это представление  https://github.com/kchvilyov/qrk_001_quarkus/blob/java_hello/%D0%9F%D0%BE%D1%87%D0%B5%D0%BC%D1%83%20Java-%D1%80%D0%B0%D0%B7%D1%80%D0%B0%D0%B1%D0%BE%D1%82%D1%87%D0%B8%D0%BA%D1%83%20%D1%81%D0%BB%D0%B5%D0%B4%D1%83%D0%B5%D1%82%20%D0%B1%D1%80%D0%B0%D1%82%D1%8C%20%D0%BD%D0%B0%20%D0%B2%D0%BE%D0%BE%D1%80%D1%83%D0%B6%D0%B5%D0%BD%D0%B8%D0%B5%20Quarkus%20%D0%9F%D1%80%D0%B5%D0%B7%D0%B5%D0%BD%D1%82%D0%B0%D1%86%D0%B8%D1%8F_%D1%81%D0%B5%D0%BC%D0%B8%D0%BD%D0%B0%D1%80_IBS.pptx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6" name="CustomShape 1"/>
          <p:cNvSpPr/>
          <p:nvPr/>
        </p:nvSpPr>
        <p:spPr>
          <a:xfrm>
            <a:off x="6757560" y="2544480"/>
            <a:ext cx="15181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7" name="CustomShape 2"/>
          <p:cNvSpPr/>
          <p:nvPr/>
        </p:nvSpPr>
        <p:spPr>
          <a:xfrm>
            <a:off x="6757560" y="3038760"/>
            <a:ext cx="18795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8" name="CustomShape 3"/>
          <p:cNvSpPr/>
          <p:nvPr/>
        </p:nvSpPr>
        <p:spPr>
          <a:xfrm>
            <a:off x="6757560" y="3566880"/>
            <a:ext cx="111528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9" name="CustomShape 4"/>
          <p:cNvSpPr/>
          <p:nvPr/>
        </p:nvSpPr>
        <p:spPr>
          <a:xfrm>
            <a:off x="6757560" y="4061160"/>
            <a:ext cx="1879560" cy="50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0" name="CustomShape 5"/>
          <p:cNvSpPr/>
          <p:nvPr/>
        </p:nvSpPr>
        <p:spPr>
          <a:xfrm>
            <a:off x="6766200" y="483012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1" name="CustomShape 6"/>
          <p:cNvSpPr/>
          <p:nvPr/>
        </p:nvSpPr>
        <p:spPr>
          <a:xfrm>
            <a:off x="6766200" y="5277240"/>
            <a:ext cx="169380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2" name="CustomShape 7"/>
          <p:cNvSpPr/>
          <p:nvPr/>
        </p:nvSpPr>
        <p:spPr>
          <a:xfrm>
            <a:off x="8996760" y="481248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3" name="CustomShape 8"/>
          <p:cNvSpPr/>
          <p:nvPr/>
        </p:nvSpPr>
        <p:spPr>
          <a:xfrm>
            <a:off x="8996760" y="5301720"/>
            <a:ext cx="2224440" cy="50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4" name="CustomShape 9"/>
          <p:cNvSpPr/>
          <p:nvPr/>
        </p:nvSpPr>
        <p:spPr>
          <a:xfrm>
            <a:off x="8992080" y="3563280"/>
            <a:ext cx="111528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5" name="CustomShape 10"/>
          <p:cNvSpPr/>
          <p:nvPr/>
        </p:nvSpPr>
        <p:spPr>
          <a:xfrm>
            <a:off x="8992080" y="4057560"/>
            <a:ext cx="222444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6" name="CustomShape 11"/>
          <p:cNvSpPr/>
          <p:nvPr/>
        </p:nvSpPr>
        <p:spPr>
          <a:xfrm>
            <a:off x="9006840" y="255132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7" name="CustomShape 12"/>
          <p:cNvSpPr/>
          <p:nvPr/>
        </p:nvSpPr>
        <p:spPr>
          <a:xfrm>
            <a:off x="9006840" y="3045600"/>
            <a:ext cx="20001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8" name="CustomShape 13"/>
          <p:cNvSpPr/>
          <p:nvPr/>
        </p:nvSpPr>
        <p:spPr>
          <a:xfrm>
            <a:off x="612720" y="259560"/>
            <a:ext cx="58849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ГДЕ ПОСМОТРЕТЬ?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29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261000" y="99720"/>
            <a:ext cx="11438640" cy="6199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0" name="CustomShape 90"/>
          <p:cNvSpPr/>
          <p:nvPr/>
        </p:nvSpPr>
        <p:spPr>
          <a:xfrm>
            <a:off x="6757560" y="2544480"/>
            <a:ext cx="15181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1" name="CustomShape 91"/>
          <p:cNvSpPr/>
          <p:nvPr/>
        </p:nvSpPr>
        <p:spPr>
          <a:xfrm>
            <a:off x="6757560" y="3038760"/>
            <a:ext cx="18795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2" name="CustomShape 92"/>
          <p:cNvSpPr/>
          <p:nvPr/>
        </p:nvSpPr>
        <p:spPr>
          <a:xfrm>
            <a:off x="6757560" y="3566880"/>
            <a:ext cx="111528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3" name="CustomShape 93"/>
          <p:cNvSpPr/>
          <p:nvPr/>
        </p:nvSpPr>
        <p:spPr>
          <a:xfrm>
            <a:off x="6757560" y="4061160"/>
            <a:ext cx="1879560" cy="50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4" name="CustomShape 94"/>
          <p:cNvSpPr/>
          <p:nvPr/>
        </p:nvSpPr>
        <p:spPr>
          <a:xfrm>
            <a:off x="6766200" y="483012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5" name="CustomShape 95"/>
          <p:cNvSpPr/>
          <p:nvPr/>
        </p:nvSpPr>
        <p:spPr>
          <a:xfrm>
            <a:off x="6766200" y="5277240"/>
            <a:ext cx="169380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6" name="CustomShape 96"/>
          <p:cNvSpPr/>
          <p:nvPr/>
        </p:nvSpPr>
        <p:spPr>
          <a:xfrm>
            <a:off x="8996760" y="481248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7" name="CustomShape 97"/>
          <p:cNvSpPr/>
          <p:nvPr/>
        </p:nvSpPr>
        <p:spPr>
          <a:xfrm>
            <a:off x="8996760" y="5301720"/>
            <a:ext cx="2224440" cy="50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8" name="CustomShape 98"/>
          <p:cNvSpPr/>
          <p:nvPr/>
        </p:nvSpPr>
        <p:spPr>
          <a:xfrm>
            <a:off x="8992080" y="3563280"/>
            <a:ext cx="111528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9" name="CustomShape 99"/>
          <p:cNvSpPr/>
          <p:nvPr/>
        </p:nvSpPr>
        <p:spPr>
          <a:xfrm>
            <a:off x="8992080" y="4057560"/>
            <a:ext cx="222444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0" name="CustomShape 100"/>
          <p:cNvSpPr/>
          <p:nvPr/>
        </p:nvSpPr>
        <p:spPr>
          <a:xfrm>
            <a:off x="9006840" y="255132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1" name="CustomShape 101"/>
          <p:cNvSpPr/>
          <p:nvPr/>
        </p:nvSpPr>
        <p:spPr>
          <a:xfrm>
            <a:off x="9006840" y="3045600"/>
            <a:ext cx="20001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2" name="CustomShape 102"/>
          <p:cNvSpPr/>
          <p:nvPr/>
        </p:nvSpPr>
        <p:spPr>
          <a:xfrm>
            <a:off x="612720" y="259560"/>
            <a:ext cx="58849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Что дальше?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3" name="CustomShape 117"/>
          <p:cNvSpPr/>
          <p:nvPr/>
        </p:nvSpPr>
        <p:spPr>
          <a:xfrm>
            <a:off x="612720" y="646200"/>
            <a:ext cx="10749240" cy="47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Материалы для самостоятельного изучения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4" name="CustomShape 118"/>
          <p:cNvSpPr/>
          <p:nvPr/>
        </p:nvSpPr>
        <p:spPr>
          <a:xfrm>
            <a:off x="600120" y="1308600"/>
            <a:ext cx="1074924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📄 Официальная документация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• Quarkus Guides — quarkus.io/guides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• Spring Boot Reference — docs.spring.io/spring-boot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 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🎥 Доклады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• Андрей Кулешов — «Не Spring'ом единым? Смотрим на Quarkus»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• "Battle of the frameworks" — Devoxx Greece 2023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 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📚 Книги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• Quarkus Cookbook (O'Reilly)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• Spring Boot in Action (Manning)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 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💬 Сообщества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• Quarkus GitHub Discussions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• Stack Overflow (тег: quarkus)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5" name="CustomShape 1"/>
          <p:cNvSpPr/>
          <p:nvPr/>
        </p:nvSpPr>
        <p:spPr>
          <a:xfrm>
            <a:off x="599040" y="2178360"/>
            <a:ext cx="7850520" cy="113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10000"/>
              </a:lnSpc>
            </a:pPr>
            <a:r>
              <a:rPr lang="ru-RU" sz="3640" b="1" u="none" strike="noStrike" cap="all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Вопросы?</a:t>
            </a:r>
            <a:endParaRPr lang="ru-RU" sz="3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CustomShape 2"/>
          <p:cNvSpPr/>
          <p:nvPr/>
        </p:nvSpPr>
        <p:spPr>
          <a:xfrm>
            <a:off x="599040" y="2178360"/>
            <a:ext cx="9342720" cy="6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10000"/>
              </a:lnSpc>
            </a:pPr>
            <a:r>
              <a:rPr lang="ru-RU" sz="3640" b="1" u="none" strike="noStrike" cap="all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Пожалуйста, оставьте свой отзыв</a:t>
            </a:r>
            <a:endParaRPr lang="ru-RU" sz="3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7" name="CustomShape 3"/>
          <p:cNvSpPr/>
          <p:nvPr/>
        </p:nvSpPr>
        <p:spPr>
          <a:xfrm>
            <a:off x="583200" y="2925360"/>
            <a:ext cx="6042240" cy="56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2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Ваше мнение очень важно для нас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CustomShape 1"/>
          <p:cNvSpPr/>
          <p:nvPr/>
        </p:nvSpPr>
        <p:spPr>
          <a:xfrm>
            <a:off x="327240" y="723240"/>
            <a:ext cx="7850520" cy="111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10000"/>
              </a:lnSpc>
            </a:pPr>
            <a:r>
              <a:rPr lang="ru-RU" sz="364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ОФИЦИАЛЬНЫЕ РЕСУРСЫ</a:t>
            </a:r>
            <a:endParaRPr lang="ru-RU" sz="3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9" name="CustomShape 2"/>
          <p:cNvSpPr/>
          <p:nvPr/>
        </p:nvSpPr>
        <p:spPr>
          <a:xfrm>
            <a:off x="327240" y="4712400"/>
            <a:ext cx="7292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ru-RU" sz="1820" b="0" u="none" strike="noStrike">
                <a:solidFill>
                  <a:srgbClr val="F2F2F2"/>
                </a:solidFill>
                <a:effectLst/>
                <a:uFillTx/>
                <a:latin typeface="Arial"/>
                <a:ea typeface="Arial"/>
              </a:rPr>
              <a:t>Учитесь у </a:t>
            </a:r>
            <a:r>
              <a:rPr lang="ru-RU" sz="182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профессионалов – выбирайте </a:t>
            </a:r>
            <a:r>
              <a:rPr lang="ru-RU" sz="1820" b="0" u="none" strike="noStrike">
                <a:solidFill>
                  <a:srgbClr val="F2F2F2"/>
                </a:solidFill>
                <a:effectLst/>
                <a:uFillTx/>
                <a:latin typeface="Arial"/>
                <a:ea typeface="Arial"/>
              </a:rPr>
              <a:t>IBS!</a:t>
            </a:r>
            <a:endParaRPr lang="ru-RU" sz="1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50" name="Рисунок 2"/>
          <p:cNvPicPr/>
          <p:nvPr/>
        </p:nvPicPr>
        <p:blipFill>
          <a:blip r:embed="rId1"/>
          <a:stretch/>
        </p:blipFill>
        <p:spPr>
          <a:xfrm>
            <a:off x="444240" y="2251080"/>
            <a:ext cx="2256840" cy="2256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51" name="CustomShape 3"/>
          <p:cNvSpPr/>
          <p:nvPr/>
        </p:nvSpPr>
        <p:spPr>
          <a:xfrm>
            <a:off x="3133440" y="2542320"/>
            <a:ext cx="3855600" cy="119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50000"/>
              </a:lnSpc>
            </a:pPr>
            <a:r>
              <a:rPr lang="ru-RU" sz="182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Оставьте вашу обратную связь. Вы поможете нам разрабатывать лучшее обучение для вас! </a:t>
            </a:r>
            <a:endParaRPr lang="ru-RU" sz="1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30588</TotalTime>
  <Application>LibreOffice/26.2.4.2$Windows_X86_64 LibreOffice_project/0229ac93fcf0d7cbc6376066c6f35021cef002dc</Application>
  <AppVersion>15.0000</AppVersion>
  <Words>1035</Words>
  <Paragraphs>213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Селиверстова Алёна Евгеньевна</dc:creator>
  <dc:description/>
  <dc:language>ru-RU</dc:language>
  <cp:lastModifiedBy/>
  <cp:lastPrinted>2017-08-15T06:16:03Z</cp:lastPrinted>
  <dcterms:modified xsi:type="dcterms:W3CDTF">2026-06-29T17:01:27Z</dcterms:modified>
  <cp:revision>1810</cp:revision>
  <dc:subject/>
  <dc:title>Презентация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0</vt:i4>
  </property>
  <property fmtid="{D5CDD505-2E9C-101B-9397-08002B2CF9AE}" pid="3" name="HyperlinksChanged">
    <vt:bool>0</vt:bool>
  </property>
  <property fmtid="{D5CDD505-2E9C-101B-9397-08002B2CF9AE}" pid="4" name="LinksUpToDate">
    <vt:bool>0</vt:bool>
  </property>
  <property fmtid="{D5CDD505-2E9C-101B-9397-08002B2CF9AE}" pid="5" name="MMClips">
    <vt:i4>0</vt:i4>
  </property>
  <property fmtid="{D5CDD505-2E9C-101B-9397-08002B2CF9AE}" pid="6" name="Notes">
    <vt:i4>0</vt:i4>
  </property>
  <property fmtid="{D5CDD505-2E9C-101B-9397-08002B2CF9AE}" pid="7" name="PresentationFormat">
    <vt:lpwstr>Произвольный</vt:lpwstr>
  </property>
  <property fmtid="{D5CDD505-2E9C-101B-9397-08002B2CF9AE}" pid="8" name="ScaleCrop">
    <vt:bool>0</vt:bool>
  </property>
  <property fmtid="{D5CDD505-2E9C-101B-9397-08002B2CF9AE}" pid="9" name="ShareDoc">
    <vt:bool>0</vt:bool>
  </property>
  <property fmtid="{D5CDD505-2E9C-101B-9397-08002B2CF9AE}" pid="10" name="Slides">
    <vt:i4>14</vt:i4>
  </property>
</Properties>
</file>